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850bafe9044874" /><Relationship Type="http://schemas.openxmlformats.org/officeDocument/2006/relationships/extended-properties" Target="/docProps/app.xml" Id="Rab3b9e4bd6f246d7" /><Relationship Type="http://schemas.openxmlformats.org/officeDocument/2006/relationships/officeDocument" Target="/ppt/presentation.xml" Id="R6a4ac1c6c7fa4b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6d4d18c57a4f39"/>
  </p:sldMasterIdLst>
  <p:notesMasterIdLst>
    <p:notesMasterId xmlns:r="http://schemas.openxmlformats.org/officeDocument/2006/relationships" r:id="Rae89237c00cc4408"/>
  </p:notesMasterIdLst>
  <p:sldIdLst>
    <p:sldId xmlns:r="http://schemas.openxmlformats.org/officeDocument/2006/relationships" id="256" r:id="R0e688a7e9c8d4bae"/>
    <p:sldId xmlns:r="http://schemas.openxmlformats.org/officeDocument/2006/relationships" id="257" r:id="Re0b075114b114bee"/>
    <p:sldId xmlns:r="http://schemas.openxmlformats.org/officeDocument/2006/relationships" id="258" r:id="R50bc7720225146be"/>
    <p:sldId xmlns:r="http://schemas.openxmlformats.org/officeDocument/2006/relationships" id="259" r:id="R9f0b0dc55262405d"/>
    <p:sldId xmlns:r="http://schemas.openxmlformats.org/officeDocument/2006/relationships" id="260" r:id="R9c29d7d9c38948a3"/>
    <p:sldId xmlns:r="http://schemas.openxmlformats.org/officeDocument/2006/relationships" id="261" r:id="Rbd72fe8a77394203"/>
    <p:sldId xmlns:r="http://schemas.openxmlformats.org/officeDocument/2006/relationships" id="262" r:id="R16df7023c8df4cbb"/>
    <p:sldId xmlns:r="http://schemas.openxmlformats.org/officeDocument/2006/relationships" id="263" r:id="R71bc6ea04ac943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3cac4bc724f53" /><Relationship Type="http://schemas.openxmlformats.org/officeDocument/2006/relationships/slideMaster" Target="/ppt/slideMasters/slideMaster1.xml" Id="R866d4d18c57a4f39" /><Relationship Type="http://schemas.openxmlformats.org/officeDocument/2006/relationships/notesMaster" Target="/ppt/notesMasters/notesMaster1.xml" Id="Rae89237c00cc4408" /><Relationship Type="http://schemas.openxmlformats.org/officeDocument/2006/relationships/presProps" Target="/ppt/presProps.xml" Id="R4077a935117f4913" /><Relationship Type="http://schemas.openxmlformats.org/officeDocument/2006/relationships/viewProps" Target="/ppt/viewProps.xml" Id="R177b52e318ed4793" /><Relationship Type="http://schemas.openxmlformats.org/officeDocument/2006/relationships/tableStyles" Target="/ppt/tableStyles.xml" Id="R35add69fa0d34d39" /><Relationship Type="http://schemas.openxmlformats.org/officeDocument/2006/relationships/slide" Target="/ppt/slides/slide1.xml" Id="R0e688a7e9c8d4bae" /><Relationship Type="http://schemas.openxmlformats.org/officeDocument/2006/relationships/slide" Target="/ppt/slides/slide2.xml" Id="Re0b075114b114bee" /><Relationship Type="http://schemas.openxmlformats.org/officeDocument/2006/relationships/slide" Target="/ppt/slides/slide3.xml" Id="R50bc7720225146be" /><Relationship Type="http://schemas.openxmlformats.org/officeDocument/2006/relationships/slide" Target="/ppt/slides/slide4.xml" Id="R9f0b0dc55262405d" /><Relationship Type="http://schemas.openxmlformats.org/officeDocument/2006/relationships/slide" Target="/ppt/slides/slide5.xml" Id="R9c29d7d9c38948a3" /><Relationship Type="http://schemas.openxmlformats.org/officeDocument/2006/relationships/slide" Target="/ppt/slides/slide6.xml" Id="Rbd72fe8a77394203" /><Relationship Type="http://schemas.openxmlformats.org/officeDocument/2006/relationships/slide" Target="/ppt/slides/slide7.xml" Id="R16df7023c8df4cbb" /><Relationship Type="http://schemas.openxmlformats.org/officeDocument/2006/relationships/slide" Target="/ppt/slides/slide8.xml" Id="R71bc6ea04ac9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e4c16bb501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1887383bc4804" /><Relationship Type="http://schemas.openxmlformats.org/officeDocument/2006/relationships/notesMaster" Target="/ppt/notesMasters/notesMaster1.xml" Id="R2b3b0ac0a221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3b1acc6d0b4b57" /><Relationship Type="http://schemas.openxmlformats.org/officeDocument/2006/relationships/notesMaster" Target="/ppt/notesMasters/notesMaster1.xml" Id="Rc3605a108b3446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e6438b40d41da" /><Relationship Type="http://schemas.openxmlformats.org/officeDocument/2006/relationships/notesMaster" Target="/ppt/notesMasters/notesMaster1.xml" Id="Rb7f3738a2af0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cef36a0522482b" /><Relationship Type="http://schemas.openxmlformats.org/officeDocument/2006/relationships/notesMaster" Target="/ppt/notesMasters/notesMaster1.xml" Id="Rc421e4b3d738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ad53a981747fb" /><Relationship Type="http://schemas.openxmlformats.org/officeDocument/2006/relationships/notesMaster" Target="/ppt/notesMasters/notesMaster1.xml" Id="R8a9ba4ef5d5c43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0472aef1f4ffd" /><Relationship Type="http://schemas.openxmlformats.org/officeDocument/2006/relationships/notesMaster" Target="/ppt/notesMasters/notesMaster1.xml" Id="Re30f3ac1e28740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82fe649d604f52" /><Relationship Type="http://schemas.openxmlformats.org/officeDocument/2006/relationships/notesMaster" Target="/ppt/notesMasters/notesMaster1.xml" Id="Rb1aa3316ec5f4e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a7d2569bbb4194" /><Relationship Type="http://schemas.openxmlformats.org/officeDocument/2006/relationships/notesMaster" Target="/ppt/notesMasters/notesMaster1.xml" Id="R8736a7a2cdd0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83d1d919949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3b832e85741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086f7846b43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daaf01dfd4c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1012a294f4f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8f46e751c48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04f878ee24dba" /><Relationship Type="http://schemas.openxmlformats.org/officeDocument/2006/relationships/image" Target="/ppt/media/image.png" Id="Rf17aea4f8e184b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76307485848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584a83f96483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8ddf0174e49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f604682d6459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ba15d6ecb450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cc19d77f44b8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2a7ffaac54555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4EE14CE-7377-5375-F0F6-A31B61FA59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340736"/>
            <a:ext cx="9144000" cy="1505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31C11F34-70E7-81F3-180B-8CBCD6139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259487"/>
            <a:ext cx="9144000" cy="109091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 defTabSz="914400">
              <a:lnSpc>
                <a:spcPct val="100000"/>
              </a:lnSpc>
              <a:spcBef>
                <a:spcPts val="1000"/>
              </a:spcBef>
              <a:buFont typeface="Wingdings"/>
              <a:buNone/>
              <a:defRPr sz="1800" b="1" kern="1200">
                <a:solidFill>
                  <a:srgbClr val="002060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A6B9AA41-F330-95B9-7491-743902EA7D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3AAFEFD-318D-8CED-0B60-9C8A3EBDCC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57BD5B5-D872-277F-C6D1-30873898FB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3914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66;p14"/>
          <p:cNvCxnSpPr/>
          <p:nvPr/>
        </p:nvCxnSpPr>
        <p:spPr>
          <a:xfrm xmlns:a="http://schemas.openxmlformats.org/drawingml/2006/main">
            <a:off x="1524000" y="3891813"/>
            <a:ext cx="914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CF34B8D-7B00-C0D3-1C68-B0A5E7419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DD384A96-BCC4-0A62-6906-AAAE50E5D2AD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084271"/>
            <a:ext cx="10515600" cy="5213518"/>
          </a:xfrm>
        </p:spPr>
        <p:txBody>
          <a:bodyPr xmlns:a="http://schemas.openxmlformats.org/drawingml/2006/main"/>
          <a:lstStyle xmlns:a="http://schemas.openxmlformats.org/drawingml/2006/main">
            <a:lvl1pPr marL="447675" indent="-447675">
              <a:lnSpc>
                <a:spcPct val="100000"/>
              </a:lnSpc>
              <a:buFont typeface="맑은 고딕"/>
              <a:buChar char="■"/>
              <a:defRPr sz="2400" b="1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marL="808038" indent="-350838">
              <a:lnSpc>
                <a:spcPct val="100000"/>
              </a:lnSpc>
              <a:buFont typeface="맑은 고딕"/>
              <a:buChar char="▶"/>
              <a:defRPr sz="20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00000"/>
              </a:lnSpc>
              <a:buFont typeface="Arial"/>
              <a:buChar char="•"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sz="18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sz="1600" b="0" kern="1200" baseline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8B1A8A2-C7CE-8526-8B2B-55F39C991E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4" name="Rectangle: Diagonal Corners Snipped 13">
            <a:extLst xmlns:a="http://schemas.openxmlformats.org/drawingml/2006/main">
              <a:ext uri="{FF2B5EF4-FFF2-40B4-BE49-F238E27FC236}">
                <a16:creationId xmlns:a16="http://schemas.microsoft.com/office/drawing/2014/main" id="{32E1E129-D1D8-CEB5-B886-48059CE0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3038" cy="25303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1CD12F2-6531-D905-BC98-EC37AC6B20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1_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0FAF677-AFB6-C967-B081-992A0059C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06814" y="2323118"/>
            <a:ext cx="8340636" cy="1934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8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765FD8D-22A4-4DB2-518D-19D3A46EE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58BF571-04FA-37A5-22FB-C115EA39B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2AE32E-6DF7-408B-92EA-0842EC7571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C57040B6-376D-49DB-0E64-B84CD3A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814" y="4289309"/>
            <a:ext cx="9144000" cy="752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solidFill>
              <a:srgbClr val="002060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6CB14CD-0EA3-4E13-A235-FF27F68C73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735421"/>
            <a:ext cx="5181600" cy="43382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45C08DE-B38B-FE7F-D8EF-59B7618810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2" y="1735420"/>
            <a:ext cx="5181600" cy="433828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FED6C04-66CC-9410-FFAB-2657A7420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28A39900-4253-772A-EE22-5F3B41C32A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B21752D1-B77D-81AD-D5DF-E38950C42F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7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DDD5727-64D6-77CD-A54C-3902E337DA48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838200" y="1088972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1</a:t>
            </a:r>
            <a:endParaRPr/>
          </a:p>
        </p:txBody>
      </p:sp>
      <p:sp>
        <p:nvSpPr>
          <p:cNvPr id="18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65FEB216-38A5-9FB6-4068-2D7672110653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6172202" y="1089334"/>
            <a:ext cx="5181600" cy="6148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algn="l" defTabSz="914400">
              <a:lnSpc>
                <a:spcPct val="150000"/>
              </a:lnSpc>
              <a:buNone/>
              <a:defRPr sz="24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부제목 </a:t>
            </a:r>
            <a:r>
              <a:t>2</a:t>
            </a:r>
            <a:endParaRPr/>
          </a:p>
        </p:txBody>
      </p:sp>
      <p:sp>
        <p:nvSpPr>
          <p:cNvPr id="22" name="제목 1">
            <a:extLst xmlns:a="http://schemas.openxmlformats.org/drawingml/2006/main">
              <a:ext uri="{FF2B5EF4-FFF2-40B4-BE49-F238E27FC236}">
                <a16:creationId xmlns:a16="http://schemas.microsoft.com/office/drawing/2014/main" id="{8A0DD7E9-54E0-8791-2B6E-B41D9EB99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3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preserve="1" userDrawn="1">
  <p:cSld name="Mid-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5DF93C6-4D04-E734-ADCE-CFAC4200EA06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5" name="텍스트 개체 틀 28">
            <a:extLst xmlns:a="http://schemas.openxmlformats.org/drawingml/2006/main">
              <a:ext uri="{FF2B5EF4-FFF2-40B4-BE49-F238E27FC236}">
                <a16:creationId xmlns:a16="http://schemas.microsoft.com/office/drawing/2014/main" id="{17DAC612-2FBC-28DF-905D-FD6D481EC717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10208" y="2545150"/>
            <a:ext cx="10806645" cy="819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 간지를 입력해주세요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0EFCC90-7041-C766-99B9-4477587D085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710208" y="3394496"/>
            <a:ext cx="10806645" cy="15204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>
              <a:spcBef>
                <a:spcPts val="600"/>
              </a:spcBef>
              <a:buAutoNum type="arabicPeriod"/>
              <a:defRPr sz="2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간지의 목차를 입력해 주세요</a:t>
            </a:r>
            <a:endParaRPr/>
          </a:p>
          <a:p xmlns:a="http://schemas.openxmlformats.org/drawingml/2006/main">
            <a:pPr lvl="0">
              <a:buNone/>
            </a:pP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FEAE664-4AB1-7422-E713-40579EF2040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aea4f8e184ba5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489" y="1921804"/>
            <a:ext cx="2991210" cy="2453176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411A995-D74A-86C5-7B0A-4B8F9B3E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421" y="2551837"/>
            <a:ext cx="7853881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/>
              <a:t>Thank</a:t>
            </a:r>
            <a:r>
              <a:rPr sz="5400" b="1"/>
              <a:t> </a:t>
            </a:r>
            <a:r>
              <a:rPr sz="5400" b="1"/>
              <a:t>You</a:t>
            </a:r>
            <a:br/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FOR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YOUR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sz="5400" b="1">
                <a:solidFill>
                  <a:schemeClr val="tx2">
                    <a:lumMod val="75000"/>
                    <a:lumOff val="25000"/>
                  </a:schemeClr>
                </a:solidFill>
              </a:rPr>
              <a:t>ATTENTION</a:t>
            </a:r>
            <a:endParaRPr sz="5400" b="1" cap="none" spc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AD356A8-3980-85B1-5103-A6916B8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16" y="4331850"/>
            <a:ext cx="2414443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1" cap="none" spc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Mobile Intelligent Robotics Union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5335FF4-339E-A643-8083-4A5C8E2E8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364857"/>
            <a:ext cx="5157787" cy="823911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4F7D054-43B8-B5CE-4A63-B1720FBA81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229187"/>
            <a:ext cx="5157787" cy="39604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8DE6FF3-FD0E-B4E3-963E-0E134CCA9D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64857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23C6D305-4569-1E14-46B7-CEADB77CCF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229187"/>
            <a:ext cx="5183188" cy="39604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425C9F5-E620-21B3-8F1F-F16E0056E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0D984C1A-7038-C6E9-26DF-7FB1D5A3B9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9A96D062-B67C-C365-6E4B-603D6B1B23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10" name="제목 1">
            <a:extLst xmlns:a="http://schemas.openxmlformats.org/drawingml/2006/main">
              <a:ext uri="{FF2B5EF4-FFF2-40B4-BE49-F238E27FC236}">
                <a16:creationId xmlns:a16="http://schemas.microsoft.com/office/drawing/2014/main" id="{3ABCCCF2-6AE0-F76B-BD4B-3572436FB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21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9.xml><?xml version="1.0" encoding="utf-8"?>
<p:sldLayout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9A294AE6-790A-DD5E-F713-131ED85B1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6665E44E-53DC-BD84-DB0C-34B0925A9E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7EFAB03-B7BE-4C13-E26F-AD9A854F3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6" name="제목 1">
            <a:extLst xmlns:a="http://schemas.openxmlformats.org/drawingml/2006/main">
              <a:ext uri="{FF2B5EF4-FFF2-40B4-BE49-F238E27FC236}">
                <a16:creationId xmlns:a16="http://schemas.microsoft.com/office/drawing/2014/main" id="{B7A2BD72-C145-57A5-B457-552C658B5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3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0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A2F3904-A4F1-887D-C776-A407EEA32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109C5850-E97B-A510-DE1C-73D0C5A3EA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13C545AE-2210-BF7F-E65E-F3A4BFDF9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9677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3BDD601-E9CB-05DB-0BBF-09A3B07A0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3EA54983-3A81-A019-614D-E7D6021C1B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AAC5DB8-E63A-4235-56AE-CFF5C8D7BF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503389D-D3B0-6D60-B926-033565C32A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B18AFEF-52FF-AA36-164B-6E60CCAF4A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7E025E0-33EE-FDFE-231A-1FC78D693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F3D2C77-4DB6-BB77-6023-0868CC1DD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84BC8E77-59E7-1089-711B-A8D07621C6D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DCB6C525-A6A8-479C-5E0B-C1A80AE3F3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2D9627FA-8394-62B2-2A6D-FCCE64B273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7DEE870A-E058-A34C-ECAE-AED3A588C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8FC5252A-A7DC-AAB5-E6BF-5F110DBCB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1687370-665A-931A-375F-3B7810F69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075526"/>
            <a:ext cx="10515600" cy="51014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82DF939-EBDF-C5E5-466B-0F7D2FA96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98E2D0-02AE-5FFC-E06D-042F8CC0E0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F80C359-C0EF-FC63-2AFB-A2E33635E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17569909-0B85-D475-6E36-C27C8F6AA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0581" y="253038"/>
            <a:ext cx="10515600" cy="795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cxnSp>
        <p:nvCxnSpPr>
          <p:cNvPr id="17" name="Google Shape;75;p15"/>
          <p:cNvCxnSpPr/>
          <p:nvPr/>
        </p:nvCxnSpPr>
        <p:spPr>
          <a:xfrm xmlns:a="http://schemas.openxmlformats.org/drawingml/2006/main">
            <a:off x="528452" y="226063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5;p15"/>
          <p:cNvCxnSpPr/>
          <p:nvPr/>
        </p:nvCxnSpPr>
        <p:spPr>
          <a:xfrm xmlns:a="http://schemas.openxmlformats.org/drawingml/2006/main">
            <a:off x="528452" y="1048552"/>
            <a:ext cx="11150930" cy="0"/>
          </a:xfrm>
          <a:prstGeom xmlns:a="http://schemas.openxmlformats.org/drawingml/2006/main" prst="straightConnector1">
            <a:avLst/>
          </a:prstGeom>
          <a:ln xmlns:a="http://schemas.openxmlformats.org/drawingml/2006/main" w="6350" cap="flat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4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A32FF5AD-724A-7431-24B9-7D27F919B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5DDFC62-5B9C-46BB-D2F8-88A8972F13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2194BEA-59A0-B62C-BA80-20301EACB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C27F337-B7B4-B6C3-2E50-07461E6DA6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99C6092-F93D-C895-D68F-D861679B0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1024c9ddeda4a75" /><Relationship Type="http://schemas.openxmlformats.org/officeDocument/2006/relationships/image" Target="/ppt/media/image2.png" Id="R8cbc3f4500774a20" /><Relationship Type="http://schemas.openxmlformats.org/officeDocument/2006/relationships/theme" Target="/ppt/slideMasters/theme/theme2.xml" Id="Rf9cdc313acdd4faa" /><Relationship Type="http://schemas.openxmlformats.org/officeDocument/2006/relationships/slideLayout" Target="/ppt/slideLayouts/slideLayout1.xml" Id="Rbd062fd1e3f54aab" /><Relationship Type="http://schemas.openxmlformats.org/officeDocument/2006/relationships/slideLayout" Target="/ppt/slideLayouts/slideLayout2.xml" Id="R546152cf16e14e8f" /><Relationship Type="http://schemas.openxmlformats.org/officeDocument/2006/relationships/slideLayout" Target="/ppt/slideLayouts/slideLayout3.xml" Id="Rb25b61cd15ba4e74" /><Relationship Type="http://schemas.openxmlformats.org/officeDocument/2006/relationships/slideLayout" Target="/ppt/slideLayouts/slideLayout4.xml" Id="R4822d17a14304f12" /><Relationship Type="http://schemas.openxmlformats.org/officeDocument/2006/relationships/slideLayout" Target="/ppt/slideLayouts/slideLayout5.xml" Id="Reeccb7d76a2b4d0e" /><Relationship Type="http://schemas.openxmlformats.org/officeDocument/2006/relationships/slideLayout" Target="/ppt/slideLayouts/slideLayout6.xml" Id="Rea4a75e73ca64026" /><Relationship Type="http://schemas.openxmlformats.org/officeDocument/2006/relationships/slideLayout" Target="/ppt/slideLayouts/slideLayout7.xml" Id="R7eb7c174c51e4a39" /><Relationship Type="http://schemas.openxmlformats.org/officeDocument/2006/relationships/slideLayout" Target="/ppt/slideLayouts/slideLayout8.xml" Id="R275808e8ca754628" /><Relationship Type="http://schemas.openxmlformats.org/officeDocument/2006/relationships/slideLayout" Target="/ppt/slideLayouts/slideLayout9.xml" Id="R07bff9833b1843f7" /><Relationship Type="http://schemas.openxmlformats.org/officeDocument/2006/relationships/slideLayout" Target="/ppt/slideLayouts/slideLayout10.xml" Id="Re0691ccd71de49e9" /><Relationship Type="http://schemas.openxmlformats.org/officeDocument/2006/relationships/slideLayout" Target="/ppt/slideLayouts/slideLayout11.xml" Id="R8d04a181aa6d4e1d" /><Relationship Type="http://schemas.openxmlformats.org/officeDocument/2006/relationships/slideLayout" Target="/ppt/slideLayouts/slideLayout12.xml" Id="Reef92678e397463e" /><Relationship Type="http://schemas.openxmlformats.org/officeDocument/2006/relationships/slideLayout" Target="/ppt/slideLayouts/slideLayout13.xml" Id="R082776e0d03a4944" /><Relationship Type="http://schemas.openxmlformats.org/officeDocument/2006/relationships/slideLayout" Target="/ppt/slideLayouts/slideLayout14.xml" Id="R87bb5a331a6e422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  <a:alpha val="2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1C6E5807-21CE-6239-7A80-907982C5E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23DF87C-634E-E70C-3F2C-537069B2AE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8577CB6-EBDD-3EB6-CAE4-817799F5B1A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677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5B173E2-2A85-4F10-9E5E-2423FD09480A}" type="slidenum">
              <a:t>‹#›</a:t>
            </a:fld>
            <a:endParaRPr/>
          </a:p>
        </p:txBody>
      </p:sp>
      <p:pic>
        <p:nvPicPr>
          <p:cNvPr id="1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24c9ddeda4a75"/>
          <a:srcRect xmlns:a="http://schemas.openxmlformats.org/drawingml/2006/main" l="24516" t="25134" r="25806" b="3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0701" y="6097915"/>
            <a:ext cx="826902" cy="678166"/>
          </a:xfrm>
          <a:prstGeom xmlns:a="http://schemas.openxmlformats.org/drawingml/2006/main" prst="rect">
            <a:avLst/>
          </a:prstGeom>
        </p:spPr>
      </p:pic>
      <p:pic>
        <p:nvPicPr>
          <p:cNvPr id="13" name="그림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bc3f4500774a20"/>
          <a:srcRect xmlns:a="http://schemas.openxmlformats.org/drawingml/2006/main" l="3653" t="10201" r="2883" b="10470"/>
          <a:stretch xmlns:a="http://schemas.openxmlformats.org/drawingml/2006/main"/>
        </p:blipFill>
        <p:spPr>
          <a:xfrm xmlns:a="http://schemas.openxmlformats.org/drawingml/2006/main">
            <a:off x="103023" y="6429500"/>
            <a:ext cx="1945005" cy="37528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062fd1e3f54aab"/>
    <p:sldLayoutId xmlns:r="http://schemas.openxmlformats.org/officeDocument/2006/relationships" id="2147483650" r:id="R546152cf16e14e8f"/>
    <p:sldLayoutId xmlns:r="http://schemas.openxmlformats.org/officeDocument/2006/relationships" id="2147483651" r:id="Rb25b61cd15ba4e74"/>
    <p:sldLayoutId xmlns:r="http://schemas.openxmlformats.org/officeDocument/2006/relationships" id="2147483652" r:id="R4822d17a14304f12"/>
    <p:sldLayoutId xmlns:r="http://schemas.openxmlformats.org/officeDocument/2006/relationships" id="2147483653" r:id="Reeccb7d76a2b4d0e"/>
    <p:sldLayoutId xmlns:r="http://schemas.openxmlformats.org/officeDocument/2006/relationships" id="2147483654" r:id="Rea4a75e73ca64026"/>
    <p:sldLayoutId xmlns:r="http://schemas.openxmlformats.org/officeDocument/2006/relationships" id="2147483655" r:id="R7eb7c174c51e4a39"/>
    <p:sldLayoutId xmlns:r="http://schemas.openxmlformats.org/officeDocument/2006/relationships" id="2147483656" r:id="R275808e8ca754628"/>
    <p:sldLayoutId xmlns:r="http://schemas.openxmlformats.org/officeDocument/2006/relationships" id="2147483657" r:id="R07bff9833b1843f7"/>
    <p:sldLayoutId xmlns:r="http://schemas.openxmlformats.org/officeDocument/2006/relationships" id="2147483658" r:id="Re0691ccd71de49e9"/>
    <p:sldLayoutId xmlns:r="http://schemas.openxmlformats.org/officeDocument/2006/relationships" id="2147483659" r:id="R8d04a181aa6d4e1d"/>
    <p:sldLayoutId xmlns:r="http://schemas.openxmlformats.org/officeDocument/2006/relationships" id="2147483660" r:id="Reef92678e397463e"/>
    <p:sldLayoutId xmlns:r="http://schemas.openxmlformats.org/officeDocument/2006/relationships" id="2147483661" r:id="R082776e0d03a4944"/>
    <p:sldLayoutId xmlns:r="http://schemas.openxmlformats.org/officeDocument/2006/relationships" id="2147483662" r:id="R87bb5a331a6e422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Wingdings"/>
        <a:buChar char="§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54e6a4e924279" /><Relationship Type="http://schemas.openxmlformats.org/officeDocument/2006/relationships/image" Target="/ppt/media/image3.png" Id="R0a55877d8605480b" /><Relationship Type="http://schemas.openxmlformats.org/officeDocument/2006/relationships/notesSlide" Target="/ppt/notesSlides/notesSlide1.xml" Id="R7b0f8f45c397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28725a88146b6" /><Relationship Type="http://schemas.openxmlformats.org/officeDocument/2006/relationships/image" Target="/ppt/media/image4.png" Id="R746712f9e2194279" /><Relationship Type="http://schemas.openxmlformats.org/officeDocument/2006/relationships/notesSlide" Target="/ppt/notesSlides/notesSlide2.xml" Id="R6511cc53ce2e45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5c56cf16c4597" /><Relationship Type="http://schemas.openxmlformats.org/officeDocument/2006/relationships/image" Target="/ppt/media/image5.png" Id="Rfc131ccb394c4a02" /><Relationship Type="http://schemas.openxmlformats.org/officeDocument/2006/relationships/notesSlide" Target="/ppt/notesSlides/notesSlide3.xml" Id="R73d292c83abc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0f2f5ad824429a" /><Relationship Type="http://schemas.openxmlformats.org/officeDocument/2006/relationships/image" Target="/ppt/media/image6.png" Id="R9e3d6c9e31ca4e70" /><Relationship Type="http://schemas.openxmlformats.org/officeDocument/2006/relationships/notesSlide" Target="/ppt/notesSlides/notesSlide4.xml" Id="R71baf909f79242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72620f2d848e1" /><Relationship Type="http://schemas.openxmlformats.org/officeDocument/2006/relationships/notesSlide" Target="/ppt/notesSlides/notesSlide5.xml" Id="R7e7259e84ca04b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132c88601f42ed" /><Relationship Type="http://schemas.openxmlformats.org/officeDocument/2006/relationships/notesSlide" Target="/ppt/notesSlides/notesSlide6.xml" Id="R347a50833c1f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fa29160904aa6" /><Relationship Type="http://schemas.openxmlformats.org/officeDocument/2006/relationships/notesSlide" Target="/ppt/notesSlides/notesSlide7.xml" Id="R134c6395257947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b2303a6984a3f" /><Relationship Type="http://schemas.openxmlformats.org/officeDocument/2006/relationships/notesSlide" Target="/ppt/notesSlides/notesSlide8.xml" Id="R0d17c08483334d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FB5416-9664-4B30-B61E-1C0CB9DF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Global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43C79C-A31D-455F-8BA2-23990DE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Build Map 기본 레이스라인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F0960D9-8F29-44BD-A438-58E6D19D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5877d8605480b"/>
          <a:stretch xmlns:a="http://schemas.openxmlformats.org/drawingml/2006/main"/>
        </p:blipFill>
        <p:spPr>
          <a:xfrm xmlns:a="http://schemas.openxmlformats.org/drawingml/2006/main">
            <a:off x="571500" y="1337249"/>
            <a:ext cx="4953000" cy="44787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F9944-AF1B-4A00-9875-1C5E3268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목표 속도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3A0B9-AFE1-4CEA-81DD-01FDE80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DE642-3E72-46EE-918B-70724B74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18A46-C447-4EF7-A260-DD58B09E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7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76B40-0200-4D14-AB15-6C8DD6AC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16038-58F3-4C08-866F-109C13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7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17F36-41ED-41C3-BD33-7CA3259D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27D2A-18A8-4B4F-8005-3C3334C1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908AF-B05A-4A0F-A701-9586FDD9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52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F88F6-949D-4077-89F4-41EF1EAF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8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2AE1A-78D8-4613-AC98-C401F650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38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E6E11-88B0-4E5D-883E-B2D51FC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A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051A1-C684-4534-9740-EA208E24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85600-7750-470F-AABC-FC8CFF1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D10DE-B2BC-4568-A357-6925D89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5AC95-0EA1-4D4F-8F9A-CF5E01B3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24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FC52C-61C3-46D2-A589-5F930AF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자동 생성된 경로와 포인트별 목표 속도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74885-17EE-4840-B9C2-DE56E5F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4DA1F-142E-4E31-8E02-57E94758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917D6-D99A-4737-A65F-CFCE8B85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00BEF-82AF-4471-958A-6781D61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8CB51-C8FE-4A2B-9047-12B821E0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42.7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BC30E-460F-44D6-9A08-E4BEF8C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A3B31-5631-44F0-B9FD-E2AC8A7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5.30 m/s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6DA57-FD2A-4CFE-8211-5CA50BD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56E28-4146-457E-8972-FDBA7890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3.55 – 8.25 m/s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0C01B-08B6-432E-A32B-2DE6BADB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C6EDD-4789-4613-A623-70FE0186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8.51 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FB0B3-4039-4BE3-944C-BDF51930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51CBE-A393-48E4-B285-828CA58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357087-D702-42EF-AB7D-5B1422F5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29A488-0497-4502-9963-30E3AA31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71C9D-287E-48E1-B093-E63CDC11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3DCBCB-8A02-4949-BE09-6322CD8B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my_track0824_realFinal_iqp_max9.00ms_margin0.08m_mu1.40.csv</a:t>
            </a:r>
          </a:p>
        </p:txBody>
      </p:sp>
    </p:spTree>
    <p:extLst>
      <p:ext uri="{BB962C8B-B14F-4D97-AF65-F5344CB8AC3E}">
        <p14:creationId xmlns:p14="http://schemas.microsoft.com/office/powerpoint/2010/main" val="1430731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9C8CFC-EFF0-47FF-B240-C3D0B378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0DBAB7-C55D-415F-BFC5-A4720B9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대회 맵에서 라인과 포인트별 속도를 직접 확인하고 조정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A98180A-5F19-4551-AE69-39AFA6C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712f9e2194279"/>
          <a:srcRect xmlns:a="http://schemas.openxmlformats.org/drawingml/2006/main" l="0" t="10426" r="0" b="10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62050"/>
            <a:ext cx="111252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375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E7F994-AD94-4419-B3B8-A8AC1CDD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Raceline Tuner 최종 레이스라인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4B1DE0-F0EA-440B-9440-917C31E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together.csv · 수동 튜닝된 라인과 포인트별 목표 속도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845C404-09BF-43FB-9D4A-72A6540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31ccb394c4a02"/>
          <a:stretch xmlns:a="http://schemas.openxmlformats.org/drawingml/2006/main"/>
        </p:blipFill>
        <p:spPr>
          <a:xfrm xmlns:a="http://schemas.openxmlformats.org/drawingml/2006/main">
            <a:off x="763473" y="1219200"/>
            <a:ext cx="4569054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D1B5A-A4E3-4A42-86D1-1CCB01DF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목표 속도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491A2-8C82-4E25-91C9-A9B67894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A4DA5-A580-416F-9662-E9B97EC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A365-A385-4856-9E64-44CC1025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D7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8DA1A-2712-4242-AC08-DB3B2DC4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81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CC388-043A-4C3B-A9D8-A76E532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B7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2045D-E01E-40F3-88BB-F31B594A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67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E60F7-9C38-4C8A-AA20-3B96236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1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484A4-B875-4198-8347-61DBB0C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52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FD29A-2DE2-463B-8EAE-B03340B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88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692FF-04ED-4B61-9EDD-B58188D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38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ABB52-8B35-415B-AE00-E488EA5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3A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C4EFE-4EAD-45CE-849E-E1F28034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24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C9C32-76DC-4318-8CFE-5E562914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9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15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E0C6E-AEF4-4279-8CF0-DD1E148C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FB386-B1BF-4C75-B731-1D6039E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24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EE02C-B0F2-4877-8309-0F2A6F0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573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7C668-B237-4227-B5BB-64425FCB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95501-669B-4FA5-BA58-F48D65B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Waypoints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0855B-F1B0-4551-9FF2-E7892EE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2533C-DD79-485D-A97A-CEEF01B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Lap length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CFF5F-6114-4C56-8E75-591303C3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41.9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0C4927-820D-4ECC-B6C9-C0CE98A7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속도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DEAE7-79C9-4591-9F6D-7CE0A7F8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5.79 m/s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EF27B-6BF8-4108-AE30-0CAB5110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속도 범위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E117E-24AD-499B-9B98-6F9B7BD1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3.86 – 8.74 m/s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230C6-DD38-4EEA-810A-5EDAEFCB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175BFE-3BEE-4EE8-BA00-87ED2A18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7.63 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A8C83-1330-4B2E-81EF-E647A3C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C8243-E5A7-4FA9-AACF-A8C6845C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8FEC8-7F1B-4A29-A6AA-F2CB1499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005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점의 색은 각 waypoint의 목표 속도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A412D-90FB-4280-B067-2AFA4B91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F9C49-C894-4036-AD93-AAD087F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395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선은 waypoint를 연결한 주행 경로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8AE7F6-B2FD-4E29-A7B3-74DEC6F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Source: together.csv</a:t>
            </a:r>
          </a:p>
        </p:txBody>
      </p:sp>
    </p:spTree>
    <p:extLst>
      <p:ext uri="{BB962C8B-B14F-4D97-AF65-F5344CB8AC3E}">
        <p14:creationId xmlns:p14="http://schemas.microsoft.com/office/powerpoint/2010/main" val="779318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2C7AEA-E2BF-4FC6-9CB1-7C1F060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기본 Build Map vs Raceline Tuner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221155-11E7-4B60-BC21-9B23F0F9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동일한 대회 맵에서 경로 형상과 계획 성능 비교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6E062D-A7C9-4279-96F3-FF03C2B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d6c9e31ca4e70"/>
          <a:stretch xmlns:a="http://schemas.openxmlformats.org/drawingml/2006/main"/>
        </p:blipFill>
        <p:spPr>
          <a:xfrm xmlns:a="http://schemas.openxmlformats.org/drawingml/2006/main">
            <a:off x="1076122" y="1219200"/>
            <a:ext cx="46105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6A723-F860-48FB-9882-F1C2E437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라인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61EE9-10DE-4D9B-B72A-C8FC1B2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18859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CB498-F5A0-4E43-B71B-AFBBE814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43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Map 기본 라인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008B1-FD18-4976-AEA4-3C09FEAB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42.7 m · 8.51 s · 평균 5.30 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99BDF-CB73-4B3B-9B5A-4FE47B8D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667500" y="25527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4B4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66C94-B0EA-45A3-AF53-44ABE8F7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Raceline Tuner 라인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4C6A1-E000-4CAF-8626-D74D61F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41.9 m · 7.63 s · 평균 5.79 m/s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B2FEA-5881-43F1-9DAB-9B509F8C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891F5-4637-4B22-9FA5-02A38BF1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튜닝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E39B7-6489-44EF-975F-7F8DBA6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 랩타임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1E622-710C-41BF-A9D3-DE5F37EF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−0.88 s  (−10.3%)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692F6-CFEC-4735-ABA8-3641BB6C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평균 목표 속도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9A389-A954-4D87-84C2-7153B28F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+0.49 m/s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96186-07CE-466D-A18A-8E7BE22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주행 경로 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F75EC-70C4-44E0-AB36-9165023B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−0.8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07957-93B1-4DD8-AA9F-818544F6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겹치는 구간은 빨간 튜너 라인 아래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8659235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D13385-6AE3-4E11-9882-3EFA2FDD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Local Raceline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A660B8-7622-4208-B67B-5A1D5136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3-Tier 장애물 회피 로직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CA2ABF-6EF5-4ED0-8C1D-99975107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A130-9331-41A5-BE20-B3A604B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11087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92E24-7EF1-4047-9182-D8A021D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239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7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ObstacleArray + Frenet odom + Global waypoints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2D654-CC8C-43C9-965F-47D65EF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71950" y="15240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5BE3B-9E1C-4EC9-A46D-23ADDFA5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12 m 필터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79234-40C8-47D7-8D1A-8F4B435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77000" y="1524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B86B0-D8E4-4F98-B25B-F3E141E8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811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정적 / 동적 분류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D61FC-C22C-4B39-AB2C-75CCD3F6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8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정적 장애물은 Tier 1 → 2 →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E9AFB-CB0B-4E71-A89C-C8A49CA5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동적 상대차는 종방향 Following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0C409-EF66-45CB-B4D7-8A32A80B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13D9D-E9F1-4BBF-A633-5D5A8D92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E8C42-14F9-4909-9E3B-1294AC0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Straight Offset 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82DC3-3B15-456C-810A-E46AB15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가장 예측 가능한 직선형 회피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371AD-F177-4701-B72E-CE00586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02E83-C0F1-453A-B638-4A525C7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335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5A13A-9189-48E1-B88B-BAA84AF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432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A77A3-BF93-4634-91A3-4FB673D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9D1E0-6C3B-4F83-A4A1-61F8A0F6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B0055-E177-432D-8E8F-C9706DCC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EB590-1319-483C-91CB-BB90592F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0977C-43B2-4CD4-A3A0-778CBD6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357F1-3129-4021-8144-D2077897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8014F-EC20-4B1D-A545-7D9A40CC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1A8BF6-2283-4080-A19B-FB264CFD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28608-9E7E-48F8-B924-C4095E7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CA6B2-6FF4-45EC-B0BA-1D24EDC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4000500"/>
            <a:ext cx="20955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FDB37-DB49-44AC-868F-538A5677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28825" y="36099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DAF99-91EB-499D-98A4-A5202AFF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28825" y="3429000"/>
            <a:ext cx="20955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FEAB2-BC0F-496B-AAC8-42BFA9CC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86C03-AAEC-4749-B62F-26B8DEF5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횡이동으로 속도 유지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893C7-7185-44FC-B96A-7C14AEEC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DEE4ED-4BCE-45CD-AF57-1C0EF1A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좌우 선택과 경로 고정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E9AF07-BF39-42B3-AFF4-36A24290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E89EB-F378-4FCA-8B10-6A00E8A6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hold로 통과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E0836E-ADBE-4981-90C0-0C92A63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33B2F6-547D-4D98-9167-79B01AA0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F65C03-139A-4C86-A3C1-8698FA6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Free-form Spline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BA9924-681F-43E9-846D-A7818819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1이 맞지 않을 때 곡선 재생성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0DA725-C7E8-4E05-A453-46F3588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904713-972A-418F-95E6-CBE6E62C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5054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E1A046-589F-4260-99F5-3C94EC7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40CE7D-AB23-4970-927A-B6E9605E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D6D773-B37F-47F2-9F32-2CA3817E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EEE6C7-47B4-4F29-80D0-118EF88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D3C95B-C37C-47DD-92FB-827A7EE0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102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F1DD6B-D834-4C67-BB66-0A9CF31E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53BF7B-8B77-48C6-A723-65CD2E89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8BA400-3702-4071-ABCC-CECD4C5C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8E6ED3-4442-47DE-9515-89A7B2C4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FC73F5-149C-4413-8A72-E6997F85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340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D73707-5297-4031-B98B-EB0CF6D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10275" y="4029075"/>
            <a:ext cx="2667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2BFD6B-9746-40ED-BE41-80913AE4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76975" y="3733800"/>
            <a:ext cx="14287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AD3EC4-AFAA-4541-8B0A-6D904CE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296025" y="3457575"/>
            <a:ext cx="1238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2D3104-48CA-4918-A82A-138591B4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676F6B-E3CA-4F9E-9083-37B828A4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위치에서 즉시 다시 시작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A6D928-EAC9-4717-8885-1E50ACCB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792698-34BA-46A0-AF62-FF052A4B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선택한 한쪽에 절점 배치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E62101-C826-4B3A-90B5-112FC2FE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D3EB1A-D502-4D09-BE3D-79D1455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벽·차체·시간 충돌검사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683E94-8029-4370-95A7-180E160E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71850" cy="366712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27C0CD-CFA5-4596-92EE-88F2AE3A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95525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892DEF-740C-4B1D-9516-3679F6C3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Emergency Escape Arc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FE9472-BD4D-44FB-B1B3-7F6DA40C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복귀보다 충돌 회피가 우선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F05EF9-CFE8-4E08-A4F2-57FD89A2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1314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EDFCB3-BF37-40EB-83E2-4E44A34B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27735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636FC5-B5E1-4473-BEB0-B76E413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287000" y="3314700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D15A3A-3E91-456F-BB13-3F66CA47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429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171A0D-07CC-4ABE-A586-6A39E75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37528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A84FA2-AF97-4CD7-97E3-3BA1ADA9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727BA5-BA61-4C8B-8D77-B3A20EA4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82175" y="4400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F885B4-2DCD-4A62-8B24-D69347E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E5D12E4-6A34-4234-9CAD-4F193CF3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6717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3A7071-8EE5-4D3F-9DE0-DF6FD4CB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686CAB-F3EE-4DB1-A036-F82924F1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4E0E32-C1BF-47E3-9B04-566D4A6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05975" y="37433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041A8A-4847-47E7-A99E-C1279C5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782175" y="3971925"/>
            <a:ext cx="1238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D520DC-4C17-44AA-B634-DFA932E5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06000" y="3714750"/>
            <a:ext cx="2381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23D450-E900-4E78-BC1C-382FF9CF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44125" y="3381375"/>
            <a:ext cx="1143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D8B24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4B403E-6061-4C5C-B03F-3308C2EA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52B661-6B58-4A84-B357-A5B7C541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148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E67337-B303-4FA4-A3E7-67FC996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76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BEFF7A-5B2B-4961-803B-34EE18BB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00062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차량 한계 안의 최대 안전곡률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C017F42-AA06-46FA-9011-C7F5127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62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E14189-29C7-4639-91CE-A3ED1D51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86375"/>
            <a:ext cx="2790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불가능하면 감속·제동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201D99-F042-4712-B734-943FC96B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B470848-459A-4860-A113-8AD88CE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공통 안전 게이트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D2FDC78-7D18-4AFF-A946-57D84971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817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 크기 + 인지 위치 오차 여유 + 트랙 경계 + 조향 한계 + 경로 도착시각 충돌검사</a:t>
            </a:r>
          </a:p>
        </p:txBody>
      </p:sp>
    </p:spTree>
    <p:extLst>
      <p:ext uri="{BB962C8B-B14F-4D97-AF65-F5344CB8AC3E}">
        <p14:creationId xmlns:p14="http://schemas.microsoft.com/office/powerpoint/2010/main" val="15596445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489E80-900B-4618-919B-E73C28BE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1 · 직선형 Offset Lane 회피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1CA35B-CAA2-4C7D-84BF-4075138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곡선 경로를 새로 최적화하지 않고 정해진 평행 레인으로 이동·유지·복귀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E5656EC-2BD4-4AF1-B742-2E0E9F91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E9C75-9762-4842-85A4-C48CC006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334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93C4F-F58A-4EC5-BD77-8EF23B0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작은 횡이동의 직선형 회피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DF42E-6E0D-488A-A935-6A68AE1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필요한 만큼만 옆으로 이동해 직진성과 속도를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4C2BD-F463-4B6F-A6BE-0C37C7CC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25A62-4C4B-43FD-8C58-4E1DB9DE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4310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5977A-0056-4E8E-A953-503A2A53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210050" y="209550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9A29E-6DE8-4FF5-BE0B-F4A3FC9B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209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03702-0BC4-42ED-87A9-209FED62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533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5C621-3183-442D-86F1-B7EC6AAC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2857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53D15-7D0E-4517-BF42-5E673B07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181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407EF-8231-491B-AD0D-8021ABD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5052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0FC30-73AF-475E-BF1E-2100D2A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3829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95998-7DAA-4162-BED8-856C8353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7E1F-BD07-416A-B1F9-E694C954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76575" y="44767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B5F00-106A-4BEF-861A-6BB9838F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062F9-1371-405B-B2F5-C1E93DC9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E60ED-C4F4-4C07-AC7C-3F984A0A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815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F4D38-6E8B-41A1-A09D-20BE75C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99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E8A08-27DC-4605-9B03-0D48640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87896-DFC2-4ABE-9291-710A460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32956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F8E43-7A37-49CE-BE52-2B04C20C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47A0A-9591-4AE5-8B53-6C5BE45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9804D-94C1-47A7-B9BE-45D54E4A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00375" y="27336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BB78B-F330-4B16-BBE0-CCFFB59E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4000500"/>
            <a:ext cx="3619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ADB18-3CBA-4C18-9090-C6D1254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95625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1D294-9B32-498B-81D2-7D00C967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24765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5C01C-74CE-4FBE-8CE2-4A3031D3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714625" y="2190750"/>
            <a:ext cx="3619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59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55297-3C20-4CEA-B8D2-8A1418DD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14625" y="300037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6948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A3A256-0903-44F5-9901-4B3B12A0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짧은 진입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B14745-4542-494E-A6BE-6A2532FB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직선 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FE43DC-5C1E-488C-997C-CAFBF4D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완만한 복귀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3049A-66CB-4E4C-8DC2-0388F829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핵심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05A478-7943-4866-BD19-290668E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횡이동을 작게 유지해 회피 중 직진성과 속도 손실을 줄임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9F099A-30A9-4764-BF68-85B3C5DD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연속 장애물은 같은 d_hold로 묶어 중간 복귀 없이 통과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B2F302-6B08-42D4-A891-B2C27E7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진입·복귀 가능성도 비슷하면 조향 연속성을 우선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BA249-A77B-4D47-98A1-603A314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00150"/>
            <a:ext cx="5524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DFBA6-FE3D-47CC-8451-421471F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71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좌·우 선택과 판단 고정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FABC7F-D9EC-46CA-B479-FA8A3414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20D532-6C8C-4834-B753-9F8B9CE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EDDC65-9EFB-4697-8062-6F085E81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050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먼저 통과 가능한가?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BE4D4C-696E-4B6B-8062-35B47C12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2193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벽 여유와 장애물 간격을 비교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D84557-CBEB-4A1B-BBEB-3DB57347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6B07AB-13AD-4520-B0FD-FDBD28F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CD50E5-5545-4BE3-8170-900551A7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A0BA85-74DC-453C-A6AC-5CBCA6F6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860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둘 다 가능하면 작은 이동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BCCDF8-3D7E-4316-B27C-62129A3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레이스라인에서 덜 벗어나는 d_apex 방향 선택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26C6F5-3029-44BA-8B14-4DA96E36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61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26D840-832E-4C20-9982-3F188D2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EA551B-E98B-4F41-A35D-4DB69BFC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0A63DB-6AB8-48B2-A42D-C4DB611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판단이 비슷하면 방향 유지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FE5869-7249-4EEF-90F3-835F75A3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814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반대쪽 최악 여유가 0.10 m 이상 좋을 때만 전환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F59A55-E10B-4B38-A1DF-61E49AB1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7891A1-E74B-4A5D-BEED-D0EC5A4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0730CD-6CC6-4584-816B-313E3BA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672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D309D5-A243-4DFB-BCAB-BF43A14E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48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회피라인을 Geometry Commit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58EFA2-B54C-4A42-AF99-289A215E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안정 관측 7회 뒤 경로를 고정하고 속도만 갱신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AF4E73-C255-4EA0-836F-FB9F33F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485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8F7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1E9EE5-CB6F-4732-A0D2-52A5759B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센서가 흔들려도 선택한 직선 회피라인을 끝까지 추종</a:t>
            </a:r>
          </a:p>
        </p:txBody>
      </p:sp>
    </p:spTree>
    <p:extLst>
      <p:ext uri="{BB962C8B-B14F-4D97-AF65-F5344CB8AC3E}">
        <p14:creationId xmlns:p14="http://schemas.microsoft.com/office/powerpoint/2010/main" val="6050425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0E8A8C-9A7F-491C-BE40-6383AABA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2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360B47-3D80-4845-A688-927F46B0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이미 장애물과 가까워진 상태에서 빠르게 새로운 회피라인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0319D2-17DF-449F-9EBD-F66FBF2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D0454-D126-402E-A0CA-17E71BC6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C05E2-C3FF-47A2-8541-AD125110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24D3C-2844-4D75-AFEC-4F8A1C67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12 m 안 장애물 인지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417C0-9FEF-47B8-B964-1FCE396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후보만 회피 대상으로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D11A4-5EE2-4EE0-88AE-B93CCB9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E611D-A881-48DB-9B5B-5DE398AC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F776F-1522-4035-8F5D-4CBF8DC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E1C3D-827B-49BA-9CB2-B6C2A632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1E872-BC02-48B3-BCD8-64123FAF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D22C3-5F01-4520-B35C-FED7E61A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B1C6C-1449-4D43-B464-62715E99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146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278F8-4FE3-43D5-AADC-0957DD8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8E644-2AD6-440D-B377-BAC11759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86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DD309-2F77-486D-B39F-4AB7C7D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B0E08-1868-4B2D-B12B-045DD4A7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23717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6F594-1D36-4B7C-A11A-BFEE22FB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38500" y="2362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59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4552E-2533-4C5E-83B0-C0CE8762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전방 거리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2E87C-D411-47C8-83ED-3A3F7D61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40073-E630-45A5-B87F-46A3BEA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C2090-DEDD-42B3-8B32-71FC8E16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 직선 레인 먼저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25F13-3CFE-45B6-86E5-C8ABA6E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좌·우 일정 d_hold 후보를 모두 안전검사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1F1AC-120B-4C44-97FA-1D2D72C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5E0BB-A918-40D4-8F30-6AFC162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16EF8-543A-42B8-9B35-7F97F992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19850" y="22669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AE1E3E-F061-4EBF-959E-5E94733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5EFFC-3DB1-4783-8009-AA98BBFC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705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70BF6-81AF-45D9-91FC-A86C39F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30289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0D0C96-F3F5-4037-9209-5F98067F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57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B6FA4-0278-4BE5-A1F3-E1A03D6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2A387-5586-4828-BB87-6FFE4D5D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57875" y="2543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6216D-F947-49C7-B4C5-9FC715D8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388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8133EF-9CB6-42CA-8E38-18AF5B5F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72150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194C8-67BA-47D9-8BFA-91EB954B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2724150"/>
            <a:ext cx="1333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0708EB-19B7-42B5-8A18-0CC9557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34075" y="2381250"/>
            <a:ext cx="1619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0EF98-60E9-419F-8F92-1EEFF076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38250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052270-9E45-46C8-89BB-97764250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0A869-BA93-4C6B-907C-0EB38FF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62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현재 차량 위치에서 다시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5BF70C-0A59-4938-B9A9-26145B26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지나간 절점은 버리고 현재 s,d를 첫 점으로 삽입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A258C5-0BAF-4B7F-A135-3C9DF0E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AF3993-5DE3-44D3-8B2C-5BD1E7D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F8DFD3-1E4D-4616-AF01-A8D5D51A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ED7B1F-E945-4948-A9DD-D0D01AE8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A4E71E-1E9D-430C-8BE3-7D8F06D1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534650" y="263842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6CDB3D-777A-482D-ADA8-DBDB7F32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105900" y="271462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06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0CF746-8C30-433F-BB69-9069EAD4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324975" y="3048000"/>
            <a:ext cx="1076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64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43816D-B65F-4792-BD17-C10FA1FA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남은 진입 거리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DD3AE5-E667-421A-BABF-89354318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E80AB4-EC9D-4E88-A65A-806B4466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953253-6B58-46BC-8299-02ADB9CD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왼쪽 또는 오른쪽 한쪽 선택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FBE18E-4597-47BC-8460-8FDEABDD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두 점은 서로 다른 쪽이 아니라 같은 선택 측에 배치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22E97D-44AB-4B21-AD1F-C9DB5329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95825"/>
            <a:ext cx="1276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1DC34B-48A5-4245-82A9-BA7C2D7C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5260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54C210-2E52-4A1E-854F-FAE8974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724150" y="46958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3190DB-7058-4398-8D0D-1768DC3A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4810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56B353-7FEC-4C62-B73B-2AE0A9EF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13397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D422EC-CCA5-48F8-9B1B-7DA6C615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54578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39FB7D-585B-4573-8C69-36162FE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863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451C2A-A096-4040-9091-C9716B1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30F1B7-7023-4977-AAB1-B597A3D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62175" y="4972050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F3CD0F-735A-42FF-9481-45EA06BE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116B8E-8264-4F15-828A-ECB79455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CB748D-EF2A-47AD-A109-D10104B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339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같은 쪽 apex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76D7EC-576E-451C-B833-BAAA91E6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24221C-7595-4933-996F-AA554F9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E59645-1586-4E5D-9871-4C390F8A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남은 거리에 맞춰 곡선 생성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99196B-1E3F-427C-B676-560D8CCD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앞 3점 + apex 2점 + 뒤 3점을 자연스럽게 연결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EA84D2-86EB-4E11-AA84-D14B28D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81525" y="5286375"/>
            <a:ext cx="5238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AA7166-D0BF-4DDC-B9BD-51D0E4E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05400" y="4953000"/>
            <a:ext cx="5238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385CDD-EA6C-4AB6-B263-F1EA3F9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629275" y="4600575"/>
            <a:ext cx="42862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BBC1DB-8975-4F01-8A77-29599EBB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57900" y="46005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BA15D7-4361-4BED-A0D0-866AA6A0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515100" y="4600575"/>
            <a:ext cx="44767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1489D6-2CF9-4EB7-8400-DA9AA42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962775" y="4953000"/>
            <a:ext cx="4286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948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BE23AA-5B7D-4F3F-85B4-706127ED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984442-8B24-42C9-A569-0527CFF3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48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9B3BBB-4603-4EA4-A8FB-AC5446FA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88A739-40A1-437B-AD5B-C3952EC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90A28A-9C50-4A03-B00B-2BFA3E1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FCA61F-5382-420F-A589-E98DC34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BA19E4F-C326-43F3-BD7A-CF147F63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64A2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6A5B8E-78FD-4F3A-BD3C-BF4E9F09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67125"/>
            <a:ext cx="33718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49F67A-0DB7-43AE-9F6A-5ECCFF07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9525"/>
            <a:ext cx="323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DC092D-00D4-4A5B-B4E9-FB510951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 검증 후 채택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E7D6C91-AA51-4220-A4E5-476527BE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02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벽·차체·도착시간·조향 한계를 모두 통과할 때 발행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07C3060-C14F-43E2-911B-FFD31CE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1F86E33-A21A-4CC7-97C8-880B55DC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벽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D54B25-82E9-4E27-8A71-CCAC19D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058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3AC7FC-062A-4806-B280-AB55FE79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48B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FC9D53D-B817-47EB-ACF5-B6EA145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차체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7F4BC50-0228-4FE3-923F-B539EBD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44880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4BD34C6-680A-46BA-9A87-7B1B1C3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53C688-D830-4EE9-A6EC-186767C0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시간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4B6704-04EE-4005-B994-277EA06F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191750" y="50673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085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1BAAED-DF19-42E1-9F2E-8CD7A272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8B24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1E1B06-0286-411B-8689-52CBE830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조향</a:t>
            </a:r>
          </a:p>
        </p:txBody>
      </p:sp>
    </p:spTree>
    <p:extLst>
      <p:ext uri="{BB962C8B-B14F-4D97-AF65-F5344CB8AC3E}">
        <p14:creationId xmlns:p14="http://schemas.microsoft.com/office/powerpoint/2010/main" val="18390730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0D69A8-75D5-47E4-9208-79DF8DB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Tier 3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2BB592-6FC4-42BA-9325-FFC9F162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사고 직전 운전자가 큰 조향으로 충돌을 피하는 행동에서 착안한 마지막 긴급 회피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D44C54-866D-4088-B307-96CA99EA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20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62D8-1803-4243-8BB9-9CA5E680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5715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E6100-353F-4C76-82B6-6F8998AB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복귀보다 장애물을 벗어나는 것이 먼저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2DE39-3283-4264-93E2-590CE04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Tier 1·2가 요구하는 왕복 횡이동 거리가 부족할 때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8D5A4-31C5-4730-A7EF-E414DF93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1·2 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35D61-F5D5-4D16-9922-3EE4FEF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Tier 3 긴급 이탈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AA76E-BEE1-4412-AD6D-486DFD5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4C5C9-CB31-4B42-B8A7-95BC6E02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192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8FFB3-A54F-458C-8747-D847216B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9146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02154-ADED-4B92-9D8F-2278B1A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8CDBE-3C70-42D3-8C32-416791DE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D33D8-33F2-41CE-9ACB-812BBD9D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4179B-C439-439D-AB52-CCDDAD7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981B4-3805-4424-BD11-4989D10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0AD8D-ED1A-4250-BF8F-EC584C33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CB6A2-1500-4A97-8A78-FBED4C58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76E98-9CE0-4B09-9E2E-335290D7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75148-4BAE-4F42-B985-BBDD7E8F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2000250" cy="2476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E6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800EB-0A64-4CEC-852E-A5898150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75285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0C699-0AC7-4AE5-BEA3-40080CE2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3241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55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BE042-7842-414D-BCCF-245219CC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438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325F4-92EE-4D1E-ABCE-261D234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2762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F3A4D-D1A4-45F8-912C-41B1AD65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0861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C5585-4DD7-4727-BD7D-132C42D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409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79614-4702-4C8F-B74A-D9BDBB6B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39A56F-99B3-448F-B4E1-FB323ABB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05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BA7D5-64F5-4DF8-9816-E7C588A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3815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DAEC49-5ECC-4440-843C-6CE26518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600575" y="47053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89830-621A-41BA-A3C1-45CCFB3C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907AD-4860-4703-96FD-3323E81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5FDD9-8615-4640-B0C3-0CB3BFE4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4C243-AA95-4086-8DC1-632B7D7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FBFAD-5658-45B6-9182-23462DA7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9072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E9393-F23D-4F56-9415-2EE67BA5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6692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7D562-2CC1-4AD3-B4B0-8AFBE0A0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95500" y="3714750"/>
            <a:ext cx="2667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AFA153-1EBB-4D1D-ADBB-30F83CC7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62200" y="3476625"/>
            <a:ext cx="190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752302-5C30-4A8C-8705-A9E20EA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09800" y="3200400"/>
            <a:ext cx="1714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FD2B8E-7B84-421F-95A9-B729A1BA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066925" y="2952750"/>
            <a:ext cx="14287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4B4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C249DA-0391-40A2-8EB2-AFF8E34E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38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E38B8C-4902-4A53-93F8-1359256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8BD585-3BBF-4AF7-8BD6-6B985AA6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33625" y="34766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B4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77D8D1-B8D9-4D6A-BE0F-E82FFB2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247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DAA36A-7A53-482F-99F8-01859299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38625"/>
            <a:ext cx="1905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254B48-731B-40B1-BE40-38408C3B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8B2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26CCD6-762F-4774-A352-9F07EE6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07C42-5FB5-4FA5-A935-65F8BE5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24375" y="3305175"/>
            <a:ext cx="1524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01A224-5BD6-4E75-9704-83CA1E6B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00575" y="4000500"/>
            <a:ext cx="285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42A745-10FE-409F-B30C-2E7DD81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29150" y="3781425"/>
            <a:ext cx="17145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13975E-A5E2-40FC-9316-9B2806E6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00600" y="3552825"/>
            <a:ext cx="2476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E68B47-CF2B-4CB8-A623-79AB85DB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048250" y="3286125"/>
            <a:ext cx="1714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97441D-02FF-464E-9D5B-6C6232BD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19700" y="2952750"/>
            <a:ext cx="571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C78695-C342-414A-8721-9BD0F78D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D8B2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0BC216-D533-4A9C-B58A-5BA1B46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276850" y="2571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D8B2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56BA99-95EF-4944-99DA-931D2B9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피했다가 돌아올 거리까지 필요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EB28DC-A00E-4313-8B5B-6ABE81F3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57750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복귀를 미루고 한쪽으로 먼저 이탈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57AF7A-BA49-49A6-BD62-7235A8B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723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8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아이디어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0E6DC9-6BFB-4539-A890-00A68A6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충돌 직전에는 완벽한 차선 변경보다 즉시 장애물을 벗어나는 큰 조향이 우선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DA4F4D-1635-4211-8654-1E23518C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19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실제 명령은 무조건 최대 조향이 아니라 차량이 버틸 수 있는 범위로 제한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17C2FE-0E39-4F0B-A4D2-9BA69968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19200"/>
            <a:ext cx="514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93727C-D96E-4929-90B5-BA5C2E4C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간단한 작동 순서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1836D0-85C5-46DD-BBF9-FDF60E0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F2590E-D330-4213-ACBE-DBF1334E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5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F58EAC-397A-4F79-A7C1-17F278E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431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Tier 1·2 모두 거리 부족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2B4726-359B-4DFC-9883-297AD49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일반적인 진입·유지·복귀 경로가 조향 기하 한계로 실패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2D3B77-7E90-4EF0-A2B7-0EC200F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9718D9-742C-4A20-904B-F03B307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E02C9F-29E9-49FA-8F36-A29E2A89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64A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729973-804B-4A08-B30A-474C928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337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긴급 회피가 맞는 상황인지 확인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4E40D9-9C9B-4E35-BD9E-65D51E65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480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정적 장애물, 실제 통과폭, 복귀 공간을 검사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14497A-4E7F-4748-9579-E25CD4E0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794AB9-AE0C-4A81-86A5-8BC31754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2EE887-1CBB-4D20-BFAE-F4E558A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D8B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8B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6FDFBC-E573-4AD2-8BBC-7E1516A2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243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한쪽 원호로 먼저 이탈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F0552E8-8D44-4177-A6DD-23C598EB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386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조향 한계와 횡그립 중 작은 값으로 최대 안전곡률 결정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23432B-A9ED-4ED3-A775-D1198FC8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AC8F84-FB09-43F1-BF33-C8C57E9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B6D9E0-1159-4607-A66E-D8C467CB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94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948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A6125D-8AC4-4EAF-BCD4-898D3B7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149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완성 경로를 다시 안전검사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E032B0-C8D3-45A9-9BC1-8DFBBD03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292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차체·인지오차·벽·다른 장애물과 충돌하지 않을 때만 발행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55B4DC-63BC-46E5-A0C9-B2053D4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29275"/>
            <a:ext cx="447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C9D2E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925FC7A-7783-4C4F-8540-59CB5C7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483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4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4B45"/>
                </a:solidFill>
                <a:latin typeface="Arial"/>
                <a:ea typeface="Arial"/>
                <a:cs typeface="Arial"/>
              </a:rPr>
              <a:t>Tier 3까지 불가능하면 감속·제동으로 전환</a:t>
            </a:r>
          </a:p>
        </p:txBody>
      </p:sp>
    </p:spTree>
    <p:extLst>
      <p:ext uri="{BB962C8B-B14F-4D97-AF65-F5344CB8AC3E}">
        <p14:creationId xmlns:p14="http://schemas.microsoft.com/office/powerpoint/2010/main" val="614044121"/>
      </p:ext>
    </p:extLst>
  </p:cSld>
</p:sld>
</file>

<file path=ppt/theme/theme1.xml><?xml version="1.0" encoding="utf-8"?>
<a:theme xmlns:a="http://schemas.openxmlformats.org/drawingml/2006/main" name="발표자료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2026-09-12T10:13:40.7620000Z</dcterms:created>
  <dcterms:modified xsi:type="dcterms:W3CDTF">2026-09-12T10:13:40.7620000Z</dcterms:modified>
</coreProperties>
</file>