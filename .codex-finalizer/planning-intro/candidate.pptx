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2f570349e943ee" /><Relationship Type="http://schemas.openxmlformats.org/officeDocument/2006/relationships/extended-properties" Target="/docProps/app.xml" Id="Rb2ac2a9d2b46419f" /><Relationship Type="http://schemas.openxmlformats.org/officeDocument/2006/relationships/officeDocument" Target="/ppt/presentation.xml" Id="R8a933284b90248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0980f25139432b"/>
  </p:sldMasterIdLst>
  <p:notesMasterIdLst>
    <p:notesMasterId xmlns:r="http://schemas.openxmlformats.org/officeDocument/2006/relationships" r:id="R4da1cc3ebbc745b5"/>
  </p:notesMasterIdLst>
  <p:sldIdLst>
    <p:sldId xmlns:r="http://schemas.openxmlformats.org/officeDocument/2006/relationships" id="256" r:id="R371022e4c8d64c71"/>
    <p:sldId xmlns:r="http://schemas.openxmlformats.org/officeDocument/2006/relationships" id="257" r:id="R564c9d2ed3cb44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2555297c194802" /><Relationship Type="http://schemas.openxmlformats.org/officeDocument/2006/relationships/slideMaster" Target="/ppt/slideMasters/slideMaster1.xml" Id="R6b0980f25139432b" /><Relationship Type="http://schemas.openxmlformats.org/officeDocument/2006/relationships/notesMaster" Target="/ppt/notesMasters/notesMaster1.xml" Id="R4da1cc3ebbc745b5" /><Relationship Type="http://schemas.openxmlformats.org/officeDocument/2006/relationships/presProps" Target="/ppt/presProps.xml" Id="R2e9ec37ae89e4770" /><Relationship Type="http://schemas.openxmlformats.org/officeDocument/2006/relationships/tableStyles" Target="/ppt/tableStyles.xml" Id="R1f0319887c714601" /><Relationship Type="http://schemas.openxmlformats.org/officeDocument/2006/relationships/slide" Target="/ppt/slides/slide1.xml" Id="R371022e4c8d64c71" /><Relationship Type="http://schemas.openxmlformats.org/officeDocument/2006/relationships/slide" Target="/ppt/slides/slide2.xml" Id="R564c9d2ed3cb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f756a2da9f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RU">
      <a:dk1>
        <a:srgbClr val="000000"/>
      </a:dk1>
      <a:lt1>
        <a:srgbClr val="FFFFFF"/>
      </a:lt1>
      <a:dk2>
        <a:srgbClr val="002060"/>
      </a:dk2>
      <a:lt2>
        <a:srgbClr val="DCE5F2"/>
      </a:lt2>
      <a:accent1>
        <a:srgbClr val="002060"/>
      </a:accent1>
      <a:accent2>
        <a:srgbClr val="0E948B"/>
      </a:accent2>
      <a:accent3>
        <a:srgbClr val="ED8A23"/>
      </a:accent3>
      <a:accent4>
        <a:srgbClr val="3263AB"/>
      </a:accent4>
      <a:accent5>
        <a:srgbClr val="7E56A6"/>
      </a:accent5>
      <a:accent6>
        <a:srgbClr val="D84640"/>
      </a:accent6>
      <a:hlink>
        <a:srgbClr val="3263AB"/>
      </a:hlink>
      <a:folHlink>
        <a:srgbClr val="7E56A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R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c5e0e5fa8b4996" /><Relationship Type="http://schemas.openxmlformats.org/officeDocument/2006/relationships/notesMaster" Target="/ppt/notesMasters/notesMaster1.xml" Id="R5a32a58500fb43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24d96911fd47c1" /><Relationship Type="http://schemas.openxmlformats.org/officeDocument/2006/relationships/notesMaster" Target="/ppt/notesMasters/notesMaster1.xml" Id="R9ab03d74a0ba44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bb726451043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0e52330bf0433e" /><Relationship Type="http://schemas.openxmlformats.org/officeDocument/2006/relationships/slideLayout" Target="/ppt/slideLayouts/slideLayout1.xml" Id="Rdb50f5392f7640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50f5392f7640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RU">
      <a:dk1>
        <a:srgbClr val="000000"/>
      </a:dk1>
      <a:lt1>
        <a:srgbClr val="FFFFFF"/>
      </a:lt1>
      <a:dk2>
        <a:srgbClr val="002060"/>
      </a:dk2>
      <a:lt2>
        <a:srgbClr val="DCE5F2"/>
      </a:lt2>
      <a:accent1>
        <a:srgbClr val="002060"/>
      </a:accent1>
      <a:accent2>
        <a:srgbClr val="0E948B"/>
      </a:accent2>
      <a:accent3>
        <a:srgbClr val="ED8A23"/>
      </a:accent3>
      <a:accent4>
        <a:srgbClr val="3263AB"/>
      </a:accent4>
      <a:accent5>
        <a:srgbClr val="7E56A6"/>
      </a:accent5>
      <a:accent6>
        <a:srgbClr val="D84640"/>
      </a:accent6>
      <a:hlink>
        <a:srgbClr val="3263AB"/>
      </a:hlink>
      <a:folHlink>
        <a:srgbClr val="7E56A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R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3b038e7a04bca" /><Relationship Type="http://schemas.openxmlformats.org/officeDocument/2006/relationships/image" Target="/ppt/media/image.png" Id="R2d0c41eb6c974c1b" /><Relationship Type="http://schemas.openxmlformats.org/officeDocument/2006/relationships/image" Target="/ppt/media/image2.png" Id="R323bcbb1e9cd4d78" /><Relationship Type="http://schemas.openxmlformats.org/officeDocument/2006/relationships/notesSlide" Target="/ppt/notesSlides/notesSlide1.xml" Id="Re8ebc91cb5324e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a9db0e55d4caf" /><Relationship Type="http://schemas.openxmlformats.org/officeDocument/2006/relationships/image" Target="/ppt/media/image3.png" Id="R552a98e2067244ff" /><Relationship Type="http://schemas.openxmlformats.org/officeDocument/2006/relationships/image" Target="/ppt/media/image4.png" Id="R2a60d25b069d4fdd" /><Relationship Type="http://schemas.openxmlformats.org/officeDocument/2006/relationships/image" Target="/ppt/media/image5.png" Id="R448870ae36a44bf9" /><Relationship Type="http://schemas.openxmlformats.org/officeDocument/2006/relationships/notesSlide" Target="/ppt/notesSlides/notesSlide2.xml" Id="Rf338226b3c0249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c41eb6c974c1b"/>
          <a:stretch xmlns:a="http://schemas.openxmlformats.org/drawingml/2006/main"/>
        </p:blipFill>
        <p:spPr>
          <a:xfrm xmlns:a="http://schemas.openxmlformats.org/drawingml/2006/main">
            <a:off x="304022" y="6400800"/>
            <a:ext cx="1592232" cy="3619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bcbb1e9cd4d78"/>
          <a:stretch xmlns:a="http://schemas.openxmlformats.org/drawingml/2006/main"/>
        </p:blipFill>
        <p:spPr>
          <a:xfrm xmlns:a="http://schemas.openxmlformats.org/drawingml/2006/main">
            <a:off x="11430000" y="623887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B07F9-B611-4FF4-BA61-03B3A80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F35E0-FB9A-437B-A053-D594A59E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FC5CD-4D01-4DEF-A691-AC3F313D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4708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089"/>
                </a:solidFill>
                <a:latin typeface="Arial"/>
                <a:ea typeface="Arial"/>
                <a:cs typeface="Arial"/>
              </a:rPr>
              <a:t>Global &amp; Local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2E7FC-6B1C-470F-B217-1E7406FA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576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5557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E4563-2099-4939-A1A1-BDEC3CE3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0"/>
            <a:ext cx="257175" cy="2571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a98e2067244ff"/>
          <a:stretch xmlns:a="http://schemas.openxmlformats.org/drawingml/2006/main"/>
        </p:blipFill>
        <p:spPr>
          <a:xfrm xmlns:a="http://schemas.openxmlformats.org/drawingml/2006/main">
            <a:off x="304022" y="6400800"/>
            <a:ext cx="1592232" cy="3619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0d25b069d4fdd"/>
          <a:stretch xmlns:a="http://schemas.openxmlformats.org/drawingml/2006/main"/>
        </p:blipFill>
        <p:spPr>
          <a:xfrm xmlns:a="http://schemas.openxmlformats.org/drawingml/2006/main">
            <a:off x="11430000" y="623887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03B56-19C6-4E87-B9DE-82FD3B3E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Planning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20891-3CE8-479C-9130-7C7456CD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89"/>
                </a:solidFill>
                <a:latin typeface="Arial"/>
                <a:ea typeface="Arial"/>
                <a:cs typeface="Arial"/>
              </a:rPr>
              <a:t>기본 레이스라인과 장애물 정보를 Local Waypoints로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4140D-C6E5-45A6-B2AA-F16D30DA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870ae36a44bf9"/>
          <a:stretch xmlns:a="http://schemas.openxmlformats.org/drawingml/2006/main"/>
        </p:blipFill>
        <p:spPr>
          <a:xfrm xmlns:a="http://schemas.openxmlformats.org/drawingml/2006/main">
            <a:off x="728817" y="1104900"/>
            <a:ext cx="10734366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53950"/>
      </p:ext>
    </p:extLst>
  </p:cSld>
</p:sld>
</file>

<file path=ppt/theme/theme1.xml><?xml version="1.0" encoding="utf-8"?>
<a:theme xmlns:a="http://schemas.openxmlformats.org/drawingml/2006/main" name="ChatGPT">
  <a:themeElements>
    <a:clrScheme name="MIRU">
      <a:dk1>
        <a:srgbClr val="000000"/>
      </a:dk1>
      <a:lt1>
        <a:srgbClr val="FFFFFF"/>
      </a:lt1>
      <a:dk2>
        <a:srgbClr val="002060"/>
      </a:dk2>
      <a:lt2>
        <a:srgbClr val="DCE5F2"/>
      </a:lt2>
      <a:accent1>
        <a:srgbClr val="002060"/>
      </a:accent1>
      <a:accent2>
        <a:srgbClr val="0E948B"/>
      </a:accent2>
      <a:accent3>
        <a:srgbClr val="ED8A23"/>
      </a:accent3>
      <a:accent4>
        <a:srgbClr val="3263AB"/>
      </a:accent4>
      <a:accent5>
        <a:srgbClr val="7E56A6"/>
      </a:accent5>
      <a:accent6>
        <a:srgbClr val="D84640"/>
      </a:accent6>
      <a:hlink>
        <a:srgbClr val="3263AB"/>
      </a:hlink>
      <a:folHlink>
        <a:srgbClr val="7E56A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R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2026-09-12T12:22:53.3220000Z</dcterms:created>
  <dcterms:modified xsi:type="dcterms:W3CDTF">2026-09-12T12:22:53.3220000Z</dcterms:modified>
</coreProperties>
</file>