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093b1de54246f9" /><Relationship Type="http://schemas.openxmlformats.org/officeDocument/2006/relationships/extended-properties" Target="/docProps/app.xml" Id="R39291bfcad404ab8" /><Relationship Type="http://schemas.openxmlformats.org/officeDocument/2006/relationships/officeDocument" Target="/ppt/presentation.xml" Id="R241cce22357e40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5a825d3cb146cb"/>
  </p:sldMasterIdLst>
  <p:notesMasterIdLst>
    <p:notesMasterId xmlns:r="http://schemas.openxmlformats.org/officeDocument/2006/relationships" r:id="Rf4c53321de66432a"/>
  </p:notesMasterIdLst>
  <p:sldIdLst>
    <p:sldId xmlns:r="http://schemas.openxmlformats.org/officeDocument/2006/relationships" id="256" r:id="R899ed389dc5e4083"/>
    <p:sldId xmlns:r="http://schemas.openxmlformats.org/officeDocument/2006/relationships" id="257" r:id="R5dbe4abb445344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3df1c2742740db" /><Relationship Type="http://schemas.openxmlformats.org/officeDocument/2006/relationships/slideMaster" Target="/ppt/slideMasters/slideMaster1.xml" Id="Rfe5a825d3cb146cb" /><Relationship Type="http://schemas.openxmlformats.org/officeDocument/2006/relationships/notesMaster" Target="/ppt/notesMasters/notesMaster1.xml" Id="Rf4c53321de66432a" /><Relationship Type="http://schemas.openxmlformats.org/officeDocument/2006/relationships/presProps" Target="/ppt/presProps.xml" Id="R8bfab18506b447d6" /><Relationship Type="http://schemas.openxmlformats.org/officeDocument/2006/relationships/tableStyles" Target="/ppt/tableStyles.xml" Id="Rc7882e35cf3e4a82" /><Relationship Type="http://schemas.openxmlformats.org/officeDocument/2006/relationships/slide" Target="/ppt/slides/slide1.xml" Id="R899ed389dc5e4083" /><Relationship Type="http://schemas.openxmlformats.org/officeDocument/2006/relationships/slide" Target="/ppt/slides/slide2.xml" Id="R5dbe4abb445344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e1de2ae18943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RU">
      <a:dk1>
        <a:srgbClr val="000000"/>
      </a:dk1>
      <a:lt1>
        <a:srgbClr val="FFFFFF"/>
      </a:lt1>
      <a:dk2>
        <a:srgbClr val="002060"/>
      </a:dk2>
      <a:lt2>
        <a:srgbClr val="DCE5F2"/>
      </a:lt2>
      <a:accent1>
        <a:srgbClr val="002060"/>
      </a:accent1>
      <a:accent2>
        <a:srgbClr val="0E948B"/>
      </a:accent2>
      <a:accent3>
        <a:srgbClr val="ED8A23"/>
      </a:accent3>
      <a:accent4>
        <a:srgbClr val="3263AB"/>
      </a:accent4>
      <a:accent5>
        <a:srgbClr val="7E56A6"/>
      </a:accent5>
      <a:accent6>
        <a:srgbClr val="D84640"/>
      </a:accent6>
      <a:hlink>
        <a:srgbClr val="3263AB"/>
      </a:hlink>
      <a:folHlink>
        <a:srgbClr val="7E56A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R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359f8a57e0461a" /><Relationship Type="http://schemas.openxmlformats.org/officeDocument/2006/relationships/notesMaster" Target="/ppt/notesMasters/notesMaster1.xml" Id="R47bc5733e6a147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bc161527044a7" /><Relationship Type="http://schemas.openxmlformats.org/officeDocument/2006/relationships/notesMaster" Target="/ppt/notesMasters/notesMaster1.xml" Id="R48cb5f93d688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db31f51c747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3e6ad122074a1b" /><Relationship Type="http://schemas.openxmlformats.org/officeDocument/2006/relationships/slideLayout" Target="/ppt/slideLayouts/slideLayout1.xml" Id="Race01da730014a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e01da730014a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RU">
      <a:dk1>
        <a:srgbClr val="000000"/>
      </a:dk1>
      <a:lt1>
        <a:srgbClr val="FFFFFF"/>
      </a:lt1>
      <a:dk2>
        <a:srgbClr val="002060"/>
      </a:dk2>
      <a:lt2>
        <a:srgbClr val="DCE5F2"/>
      </a:lt2>
      <a:accent1>
        <a:srgbClr val="002060"/>
      </a:accent1>
      <a:accent2>
        <a:srgbClr val="0E948B"/>
      </a:accent2>
      <a:accent3>
        <a:srgbClr val="ED8A23"/>
      </a:accent3>
      <a:accent4>
        <a:srgbClr val="3263AB"/>
      </a:accent4>
      <a:accent5>
        <a:srgbClr val="7E56A6"/>
      </a:accent5>
      <a:accent6>
        <a:srgbClr val="D84640"/>
      </a:accent6>
      <a:hlink>
        <a:srgbClr val="3263AB"/>
      </a:hlink>
      <a:folHlink>
        <a:srgbClr val="7E56A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R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a22da8ad64c51" /><Relationship Type="http://schemas.openxmlformats.org/officeDocument/2006/relationships/image" Target="/ppt/media/image.png" Id="Rb8af47e3e31d4fa8" /><Relationship Type="http://schemas.openxmlformats.org/officeDocument/2006/relationships/image" Target="/ppt/media/image2.png" Id="R2973e9a2ae964c92" /><Relationship Type="http://schemas.openxmlformats.org/officeDocument/2006/relationships/notesSlide" Target="/ppt/notesSlides/notesSlide1.xml" Id="R33a18123dc4a41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b9eb4b89b47a5" /><Relationship Type="http://schemas.openxmlformats.org/officeDocument/2006/relationships/image" Target="/ppt/media/image3.png" Id="Rf87f877bf0b94165" /><Relationship Type="http://schemas.openxmlformats.org/officeDocument/2006/relationships/image" Target="/ppt/media/image4.png" Id="Rcaa9b06aa47b48f2" /><Relationship Type="http://schemas.openxmlformats.org/officeDocument/2006/relationships/image" Target="/ppt/media/image5.png" Id="Rfd6c52c211ab481e" /><Relationship Type="http://schemas.openxmlformats.org/officeDocument/2006/relationships/notesSlide" Target="/ppt/notesSlides/notesSlide2.xml" Id="R35322ae01f6840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f47e3e31d4fa8"/>
          <a:stretch xmlns:a="http://schemas.openxmlformats.org/drawingml/2006/main"/>
        </p:blipFill>
        <p:spPr>
          <a:xfrm xmlns:a="http://schemas.openxmlformats.org/drawingml/2006/main">
            <a:off x="304022" y="6400800"/>
            <a:ext cx="1592232" cy="3619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3e9a2ae964c92"/>
          <a:stretch xmlns:a="http://schemas.openxmlformats.org/drawingml/2006/main"/>
        </p:blipFill>
        <p:spPr>
          <a:xfrm xmlns:a="http://schemas.openxmlformats.org/drawingml/2006/main">
            <a:off x="11430000" y="623887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A5969-AE28-4A20-BBD9-1003DE9B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C493F-FD7D-4E27-ACA1-156821FE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9B504-F164-4C5B-B5AD-A09D2E8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4708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089"/>
                </a:solidFill>
                <a:latin typeface="Arial"/>
                <a:ea typeface="Arial"/>
                <a:cs typeface="Arial"/>
              </a:rPr>
              <a:t>Global &amp; Local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7AAD4-BF11-479B-8BBB-56E96F80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576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89881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0820C-612E-4502-96B4-EC52B21D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0"/>
            <a:ext cx="257175" cy="2571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f877bf0b94165"/>
          <a:stretch xmlns:a="http://schemas.openxmlformats.org/drawingml/2006/main"/>
        </p:blipFill>
        <p:spPr>
          <a:xfrm xmlns:a="http://schemas.openxmlformats.org/drawingml/2006/main">
            <a:off x="304022" y="6400800"/>
            <a:ext cx="1592232" cy="3619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9b06aa47b48f2"/>
          <a:stretch xmlns:a="http://schemas.openxmlformats.org/drawingml/2006/main"/>
        </p:blipFill>
        <p:spPr>
          <a:xfrm xmlns:a="http://schemas.openxmlformats.org/drawingml/2006/main">
            <a:off x="11430000" y="623887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FA0B6-027F-47D6-88DC-FB7F4EDB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Planning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DD46D-0686-4C7D-838C-F1D5EEE4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89"/>
                </a:solidFill>
                <a:latin typeface="Arial"/>
                <a:ea typeface="Arial"/>
                <a:cs typeface="Arial"/>
              </a:rPr>
              <a:t>기본 레이스라인과 장애물 정보를 Local Waypoints로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39015-5E7A-4737-9730-1DDD81A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c52c211ab481e"/>
          <a:stretch xmlns:a="http://schemas.openxmlformats.org/drawingml/2006/main"/>
        </p:blipFill>
        <p:spPr>
          <a:xfrm xmlns:a="http://schemas.openxmlformats.org/drawingml/2006/main">
            <a:off x="1566333" y="1104900"/>
            <a:ext cx="9059333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94894"/>
      </p:ext>
    </p:extLst>
  </p:cSld>
</p:sld>
</file>

<file path=ppt/theme/theme1.xml><?xml version="1.0" encoding="utf-8"?>
<a:theme xmlns:a="http://schemas.openxmlformats.org/drawingml/2006/main" name="ChatGPT">
  <a:themeElements>
    <a:clrScheme name="MIRU">
      <a:dk1>
        <a:srgbClr val="000000"/>
      </a:dk1>
      <a:lt1>
        <a:srgbClr val="FFFFFF"/>
      </a:lt1>
      <a:dk2>
        <a:srgbClr val="002060"/>
      </a:dk2>
      <a:lt2>
        <a:srgbClr val="DCE5F2"/>
      </a:lt2>
      <a:accent1>
        <a:srgbClr val="002060"/>
      </a:accent1>
      <a:accent2>
        <a:srgbClr val="0E948B"/>
      </a:accent2>
      <a:accent3>
        <a:srgbClr val="ED8A23"/>
      </a:accent3>
      <a:accent4>
        <a:srgbClr val="3263AB"/>
      </a:accent4>
      <a:accent5>
        <a:srgbClr val="7E56A6"/>
      </a:accent5>
      <a:accent6>
        <a:srgbClr val="D84640"/>
      </a:accent6>
      <a:hlink>
        <a:srgbClr val="3263AB"/>
      </a:hlink>
      <a:folHlink>
        <a:srgbClr val="7E56A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R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2026-09-12T12:21:05.2750000Z</dcterms:created>
  <dcterms:modified xsi:type="dcterms:W3CDTF">2026-09-12T12:21:05.2750000Z</dcterms:modified>
</coreProperties>
</file>