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cdc3a69a884a82" /><Relationship Type="http://schemas.openxmlformats.org/officeDocument/2006/relationships/extended-properties" Target="/docProps/app.xml" Id="R0342fb61d9c3469d" /><Relationship Type="http://schemas.openxmlformats.org/officeDocument/2006/relationships/officeDocument" Target="/ppt/presentation.xml" Id="Rc31e22b2ca1a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b4c566256f4ec2"/>
  </p:sldMasterIdLst>
  <p:notesMasterIdLst>
    <p:notesMasterId xmlns:r="http://schemas.openxmlformats.org/officeDocument/2006/relationships" r:id="R6d3ed92d0f954108"/>
  </p:notesMasterIdLst>
  <p:sldIdLst>
    <p:sldId xmlns:r="http://schemas.openxmlformats.org/officeDocument/2006/relationships" id="256" r:id="R23e2f9aa67bb407b"/>
    <p:sldId xmlns:r="http://schemas.openxmlformats.org/officeDocument/2006/relationships" id="257" r:id="R71d742cfa9034aa7"/>
    <p:sldId xmlns:r="http://schemas.openxmlformats.org/officeDocument/2006/relationships" id="258" r:id="Ra83ae04f9770451d"/>
    <p:sldId xmlns:r="http://schemas.openxmlformats.org/officeDocument/2006/relationships" id="259" r:id="Rf65213313f744833"/>
    <p:sldId xmlns:r="http://schemas.openxmlformats.org/officeDocument/2006/relationships" id="260" r:id="R9fec8740e8b64503"/>
    <p:sldId xmlns:r="http://schemas.openxmlformats.org/officeDocument/2006/relationships" id="261" r:id="Re0c1cc5e4416414c"/>
    <p:sldId xmlns:r="http://schemas.openxmlformats.org/officeDocument/2006/relationships" id="262" r:id="Rb418b78637a64688"/>
    <p:sldId xmlns:r="http://schemas.openxmlformats.org/officeDocument/2006/relationships" id="263" r:id="R0106e60fe154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d29564c4a34473" /><Relationship Type="http://schemas.openxmlformats.org/officeDocument/2006/relationships/slideMaster" Target="/ppt/slideMasters/slideMaster1.xml" Id="Rd7b4c566256f4ec2" /><Relationship Type="http://schemas.openxmlformats.org/officeDocument/2006/relationships/notesMaster" Target="/ppt/notesMasters/notesMaster1.xml" Id="R6d3ed92d0f954108" /><Relationship Type="http://schemas.openxmlformats.org/officeDocument/2006/relationships/presProps" Target="/ppt/presProps.xml" Id="Rf0f6d7d3d3d74c4f" /><Relationship Type="http://schemas.openxmlformats.org/officeDocument/2006/relationships/viewProps" Target="/ppt/viewProps.xml" Id="R25c8c27cb14945c1" /><Relationship Type="http://schemas.openxmlformats.org/officeDocument/2006/relationships/tableStyles" Target="/ppt/tableStyles.xml" Id="R96553ed0632745a2" /><Relationship Type="http://schemas.openxmlformats.org/officeDocument/2006/relationships/slide" Target="/ppt/slides/slide1.xml" Id="R23e2f9aa67bb407b" /><Relationship Type="http://schemas.openxmlformats.org/officeDocument/2006/relationships/slide" Target="/ppt/slides/slide2.xml" Id="R71d742cfa9034aa7" /><Relationship Type="http://schemas.openxmlformats.org/officeDocument/2006/relationships/slide" Target="/ppt/slides/slide3.xml" Id="Ra83ae04f9770451d" /><Relationship Type="http://schemas.openxmlformats.org/officeDocument/2006/relationships/slide" Target="/ppt/slides/slide4.xml" Id="Rf65213313f744833" /><Relationship Type="http://schemas.openxmlformats.org/officeDocument/2006/relationships/slide" Target="/ppt/slides/slide5.xml" Id="R9fec8740e8b64503" /><Relationship Type="http://schemas.openxmlformats.org/officeDocument/2006/relationships/slide" Target="/ppt/slides/slide6.xml" Id="Re0c1cc5e4416414c" /><Relationship Type="http://schemas.openxmlformats.org/officeDocument/2006/relationships/slide" Target="/ppt/slides/slide7.xml" Id="Rb418b78637a64688" /><Relationship Type="http://schemas.openxmlformats.org/officeDocument/2006/relationships/slide" Target="/ppt/slides/slide8.xml" Id="R0106e60fe154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e5b34acb48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9b0250c7c4d97" /><Relationship Type="http://schemas.openxmlformats.org/officeDocument/2006/relationships/notesMaster" Target="/ppt/notesMasters/notesMaster1.xml" Id="R05f5177cef4f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9fc35bef4466e" /><Relationship Type="http://schemas.openxmlformats.org/officeDocument/2006/relationships/notesMaster" Target="/ppt/notesMasters/notesMaster1.xml" Id="Rc7cfcab2e5b7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4112da4c574262" /><Relationship Type="http://schemas.openxmlformats.org/officeDocument/2006/relationships/notesMaster" Target="/ppt/notesMasters/notesMaster1.xml" Id="R06625894cd1345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8e5ec3b11f42c1" /><Relationship Type="http://schemas.openxmlformats.org/officeDocument/2006/relationships/notesMaster" Target="/ppt/notesMasters/notesMaster1.xml" Id="R307f76a05b7b4d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d8bf01090403d" /><Relationship Type="http://schemas.openxmlformats.org/officeDocument/2006/relationships/notesMaster" Target="/ppt/notesMasters/notesMaster1.xml" Id="R8ce692f7b95d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80dfbd943042fd" /><Relationship Type="http://schemas.openxmlformats.org/officeDocument/2006/relationships/notesMaster" Target="/ppt/notesMasters/notesMaster1.xml" Id="Redc3abdcf5384c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35cfc1cc8d4c56" /><Relationship Type="http://schemas.openxmlformats.org/officeDocument/2006/relationships/notesMaster" Target="/ppt/notesMasters/notesMaster1.xml" Id="R043df0cc56844e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84446e0274307" /><Relationship Type="http://schemas.openxmlformats.org/officeDocument/2006/relationships/notesMaster" Target="/ppt/notesMasters/notesMaster1.xml" Id="Rea753f5cc66044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862332ca646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b2f5b85a644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aafcd85af4e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65e8c72344a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b4d78fc9d4e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0bfbf54ab4f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e3bfe06234267" /><Relationship Type="http://schemas.openxmlformats.org/officeDocument/2006/relationships/image" Target="/ppt/media/image.png" Id="R3fa45e1a245845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aa92b407b461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a5e9175a54f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4081c211145f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19ac9d5234e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e43ad5a1a43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96bb0be5147a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cc9715ce44c4d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4EE14CE-7377-5375-F0F6-A31B61FA59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340736"/>
            <a:ext cx="9144000" cy="1505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31C11F34-70E7-81F3-180B-8CBCD6139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259487"/>
            <a:ext cx="9144000" cy="109091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ts val="1000"/>
              </a:spcBef>
              <a:buFont typeface="Wingdings"/>
              <a:buNone/>
              <a:defRPr sz="1800" b="1" kern="1200">
                <a:solidFill>
                  <a:srgbClr val="002060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A6B9AA41-F330-95B9-7491-743902EA7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3AAFEFD-318D-8CED-0B60-9C8A3EBDC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57BD5B5-D872-277F-C6D1-30873898FB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3914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66;p14"/>
          <p:cNvCxnSpPr/>
          <p:nvPr/>
        </p:nvCxnSpPr>
        <p:spPr>
          <a:xfrm xmlns:a="http://schemas.openxmlformats.org/drawingml/2006/main">
            <a:off x="1524000" y="3891813"/>
            <a:ext cx="914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CF34B8D-7B00-C0D3-1C68-B0A5E7419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DD384A96-BCC4-0A62-6906-AAAE50E5D2A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084271"/>
            <a:ext cx="10515600" cy="5213518"/>
          </a:xfrm>
        </p:spPr>
        <p:txBody>
          <a:bodyPr xmlns:a="http://schemas.openxmlformats.org/drawingml/2006/main"/>
          <a:lstStyle xmlns:a="http://schemas.openxmlformats.org/drawingml/2006/main">
            <a:lvl1pPr marL="447675" indent="-447675">
              <a:lnSpc>
                <a:spcPct val="100000"/>
              </a:lnSpc>
              <a:buFont typeface="맑은 고딕"/>
              <a:buChar char="■"/>
              <a:defRPr sz="2400" b="1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marL="808038" indent="-350838">
              <a:lnSpc>
                <a:spcPct val="100000"/>
              </a:lnSpc>
              <a:buFont typeface="맑은 고딕"/>
              <a:buChar char="▶"/>
              <a:defRPr sz="20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00000"/>
              </a:lnSpc>
              <a:buFont typeface="Arial"/>
              <a:buChar char="•"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sz="16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8B1A8A2-C7CE-8526-8B2B-55F39C991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4" name="Rectangle: Diagonal Corners Snipped 13">
            <a:extLst xmlns:a="http://schemas.openxmlformats.org/drawingml/2006/main">
              <a:ext uri="{FF2B5EF4-FFF2-40B4-BE49-F238E27FC236}">
                <a16:creationId xmlns:a16="http://schemas.microsoft.com/office/drawing/2014/main" id="{32E1E129-D1D8-CEB5-B886-48059CE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3038" cy="25303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1CD12F2-6531-D905-BC98-EC37AC6B20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1_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06814" y="2323118"/>
            <a:ext cx="8340636" cy="1934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814" y="4289309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6CB14CD-0EA3-4E13-A235-FF27F68C73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735421"/>
            <a:ext cx="5181600" cy="43382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45C08DE-B38B-FE7F-D8EF-59B7618810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2" y="1735420"/>
            <a:ext cx="5181600" cy="43382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FED6C04-66CC-9410-FFAB-2657A7420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28A39900-4253-772A-EE22-5F3B41C32A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B21752D1-B77D-81AD-D5DF-E38950C42F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7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DDD5727-64D6-77CD-A54C-3902E337DA48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838200" y="1088972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1</a:t>
            </a:r>
            <a:endParaRPr/>
          </a:p>
        </p:txBody>
      </p:sp>
      <p:sp>
        <p:nvSpPr>
          <p:cNvPr id="18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65FEB216-38A5-9FB6-4068-2D767211065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6172202" y="1089334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2</a:t>
            </a: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8A0DD7E9-54E0-8791-2B6E-B41D9EB99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3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preserve="1" userDrawn="1">
  <p:cSld name="Mid-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5DF93C6-4D04-E734-ADCE-CFAC4200EA0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5" name="텍스트 개체 틀 28">
            <a:extLst xmlns:a="http://schemas.openxmlformats.org/drawingml/2006/main">
              <a:ext uri="{FF2B5EF4-FFF2-40B4-BE49-F238E27FC236}">
                <a16:creationId xmlns:a16="http://schemas.microsoft.com/office/drawing/2014/main" id="{17DAC612-2FBC-28DF-905D-FD6D481EC717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10208" y="2545150"/>
            <a:ext cx="10806645" cy="819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 간지를 입력해주세요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0EFCC90-7041-C766-99B9-4477587D085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710208" y="3394496"/>
            <a:ext cx="10806645" cy="15204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>
              <a:spcBef>
                <a:spcPts val="600"/>
              </a:spcBef>
              <a:buAutoNum type="arabicPeriod"/>
              <a:defRPr sz="2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간지의 목차를 입력해 주세요</a:t>
            </a:r>
            <a:endParaRPr/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FEAE664-4AB1-7422-E713-40579EF2040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45e1a245845ba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489" y="1921804"/>
            <a:ext cx="2991210" cy="2453176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411A995-D74A-86C5-7B0A-4B8F9B3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421" y="2551837"/>
            <a:ext cx="7853881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/>
              <a:t>Thank</a:t>
            </a:r>
            <a:r>
              <a:rPr sz="5400" b="1"/>
              <a:t> </a:t>
            </a:r>
            <a:r>
              <a:rPr sz="5400" b="1"/>
              <a:t>You</a:t>
            </a:r>
            <a:br/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FOR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YOUR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ATTENTION</a:t>
            </a:r>
            <a:endParaRPr sz="5400" b="1" cap="none" spc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AD356A8-3980-85B1-5103-A6916B8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16" y="4331850"/>
            <a:ext cx="2414443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1" cap="none" spc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Mobile Intelligent Robotics Union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5335FF4-339E-A643-8083-4A5C8E2E8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364857"/>
            <a:ext cx="5157787" cy="823911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4F7D054-43B8-B5CE-4A63-B1720FBA81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229187"/>
            <a:ext cx="5157787" cy="39604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8DE6FF3-FD0E-B4E3-963E-0E134CCA9D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64857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23C6D305-4569-1E14-46B7-CEADB77CCF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229187"/>
            <a:ext cx="5183188" cy="39604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425C9F5-E620-21B3-8F1F-F16E0056E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0D984C1A-7038-C6E9-26DF-7FB1D5A3B9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9A96D062-B67C-C365-6E4B-603D6B1B23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0" name="제목 1">
            <a:extLst xmlns:a="http://schemas.openxmlformats.org/drawingml/2006/main">
              <a:ext uri="{FF2B5EF4-FFF2-40B4-BE49-F238E27FC236}">
                <a16:creationId xmlns:a16="http://schemas.microsoft.com/office/drawing/2014/main" id="{3ABCCCF2-6AE0-F76B-BD4B-3572436FB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21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9.xml><?xml version="1.0" encoding="utf-8"?>
<p:sldLayout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9A294AE6-790A-DD5E-F713-131ED85B1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6665E44E-53DC-BD84-DB0C-34B0925A9E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7EFAB03-B7BE-4C13-E26F-AD9A854F3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6" name="제목 1">
            <a:extLst xmlns:a="http://schemas.openxmlformats.org/drawingml/2006/main">
              <a:ext uri="{FF2B5EF4-FFF2-40B4-BE49-F238E27FC236}">
                <a16:creationId xmlns:a16="http://schemas.microsoft.com/office/drawing/2014/main" id="{B7A2BD72-C145-57A5-B457-552C658B5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0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A2F3904-A4F1-887D-C776-A407EEA32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109C5850-E97B-A510-DE1C-73D0C5A3E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3C545AE-2210-BF7F-E65E-F3A4BFDF9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3BDD601-E9CB-05DB-0BBF-09A3B07A0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EA54983-3A81-A019-614D-E7D6021C1B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AAC5DB8-E63A-4235-56AE-CFF5C8D7BF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503389D-D3B0-6D60-B926-033565C32A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B18AFEF-52FF-AA36-164B-6E60CCAF4A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7E025E0-33EE-FDFE-231A-1FC78D693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F3D2C77-4DB6-BB77-6023-0868CC1DD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84BC8E77-59E7-1089-711B-A8D07621C6D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DCB6C525-A6A8-479C-5E0B-C1A80AE3F3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2D9627FA-8394-62B2-2A6D-FCCE64B273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7DEE870A-E058-A34C-ECAE-AED3A588C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8FC5252A-A7DC-AAB5-E6BF-5F110DBCB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1687370-665A-931A-375F-3B7810F69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75526"/>
            <a:ext cx="10515600" cy="51014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2DF939-EBDF-C5E5-466B-0F7D2FA96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98E2D0-02AE-5FFC-E06D-042F8CC0E0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F80C359-C0EF-FC63-2AFB-A2E33635E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17569909-0B85-D475-6E36-C27C8F6AA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7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4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A32FF5AD-724A-7431-24B9-7D27F919B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5DDFC62-5B9C-46BB-D2F8-88A8972F13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2194BEA-59A0-B62C-BA80-20301EACB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C27F337-B7B4-B6C3-2E50-07461E6DA6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9C6092-F93D-C895-D68F-D861679B0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124e30b19744a66" /><Relationship Type="http://schemas.openxmlformats.org/officeDocument/2006/relationships/image" Target="/ppt/media/image2.png" Id="R21ca6594125541fc" /><Relationship Type="http://schemas.openxmlformats.org/officeDocument/2006/relationships/theme" Target="/ppt/slideMasters/theme/theme2.xml" Id="Rb14ec119bab349bc" /><Relationship Type="http://schemas.openxmlformats.org/officeDocument/2006/relationships/slideLayout" Target="/ppt/slideLayouts/slideLayout1.xml" Id="R12e38a39accb45ae" /><Relationship Type="http://schemas.openxmlformats.org/officeDocument/2006/relationships/slideLayout" Target="/ppt/slideLayouts/slideLayout2.xml" Id="R7402676acbdf4634" /><Relationship Type="http://schemas.openxmlformats.org/officeDocument/2006/relationships/slideLayout" Target="/ppt/slideLayouts/slideLayout3.xml" Id="Re696a1909e004bbe" /><Relationship Type="http://schemas.openxmlformats.org/officeDocument/2006/relationships/slideLayout" Target="/ppt/slideLayouts/slideLayout4.xml" Id="R57578997e6364c12" /><Relationship Type="http://schemas.openxmlformats.org/officeDocument/2006/relationships/slideLayout" Target="/ppt/slideLayouts/slideLayout5.xml" Id="Rc64c231509834485" /><Relationship Type="http://schemas.openxmlformats.org/officeDocument/2006/relationships/slideLayout" Target="/ppt/slideLayouts/slideLayout6.xml" Id="R632347216e5f4f44" /><Relationship Type="http://schemas.openxmlformats.org/officeDocument/2006/relationships/slideLayout" Target="/ppt/slideLayouts/slideLayout7.xml" Id="R6660c4a1270b428b" /><Relationship Type="http://schemas.openxmlformats.org/officeDocument/2006/relationships/slideLayout" Target="/ppt/slideLayouts/slideLayout8.xml" Id="R64d24ee626eb4f30" /><Relationship Type="http://schemas.openxmlformats.org/officeDocument/2006/relationships/slideLayout" Target="/ppt/slideLayouts/slideLayout9.xml" Id="Rb60bbd93c9c34085" /><Relationship Type="http://schemas.openxmlformats.org/officeDocument/2006/relationships/slideLayout" Target="/ppt/slideLayouts/slideLayout10.xml" Id="R49914c1998d74285" /><Relationship Type="http://schemas.openxmlformats.org/officeDocument/2006/relationships/slideLayout" Target="/ppt/slideLayouts/slideLayout11.xml" Id="R9cd7c9df74434807" /><Relationship Type="http://schemas.openxmlformats.org/officeDocument/2006/relationships/slideLayout" Target="/ppt/slideLayouts/slideLayout12.xml" Id="R340e10f8ec52464d" /><Relationship Type="http://schemas.openxmlformats.org/officeDocument/2006/relationships/slideLayout" Target="/ppt/slideLayouts/slideLayout13.xml" Id="R6636979cb9ca4a9a" /><Relationship Type="http://schemas.openxmlformats.org/officeDocument/2006/relationships/slideLayout" Target="/ppt/slideLayouts/slideLayout14.xml" Id="R050abe0981ae47f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  <a:alpha val="2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1C6E5807-21CE-6239-7A80-907982C5E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23DF87C-634E-E70C-3F2C-537069B2AE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577CB6-EBDD-3EB6-CAE4-817799F5B1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677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1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4e30b19744a66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0701" y="6097915"/>
            <a:ext cx="826902" cy="678166"/>
          </a:xfrm>
          <a:prstGeom xmlns:a="http://schemas.openxmlformats.org/drawingml/2006/main" prst="rect">
            <a:avLst/>
          </a:prstGeom>
        </p:spPr>
      </p:pic>
      <p:pic>
        <p:nvPicPr>
          <p:cNvPr id="13" name="그림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ca6594125541fc"/>
          <a:srcRect xmlns:a="http://schemas.openxmlformats.org/drawingml/2006/main" l="3653" t="10201" r="2883" b="10470"/>
          <a:stretch xmlns:a="http://schemas.openxmlformats.org/drawingml/2006/main"/>
        </p:blipFill>
        <p:spPr>
          <a:xfrm xmlns:a="http://schemas.openxmlformats.org/drawingml/2006/main">
            <a:off x="103023" y="6429500"/>
            <a:ext cx="1945005" cy="37528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e38a39accb45ae"/>
    <p:sldLayoutId xmlns:r="http://schemas.openxmlformats.org/officeDocument/2006/relationships" id="2147483650" r:id="R7402676acbdf4634"/>
    <p:sldLayoutId xmlns:r="http://schemas.openxmlformats.org/officeDocument/2006/relationships" id="2147483651" r:id="Re696a1909e004bbe"/>
    <p:sldLayoutId xmlns:r="http://schemas.openxmlformats.org/officeDocument/2006/relationships" id="2147483652" r:id="R57578997e6364c12"/>
    <p:sldLayoutId xmlns:r="http://schemas.openxmlformats.org/officeDocument/2006/relationships" id="2147483653" r:id="Rc64c231509834485"/>
    <p:sldLayoutId xmlns:r="http://schemas.openxmlformats.org/officeDocument/2006/relationships" id="2147483654" r:id="R632347216e5f4f44"/>
    <p:sldLayoutId xmlns:r="http://schemas.openxmlformats.org/officeDocument/2006/relationships" id="2147483655" r:id="R6660c4a1270b428b"/>
    <p:sldLayoutId xmlns:r="http://schemas.openxmlformats.org/officeDocument/2006/relationships" id="2147483656" r:id="R64d24ee626eb4f30"/>
    <p:sldLayoutId xmlns:r="http://schemas.openxmlformats.org/officeDocument/2006/relationships" id="2147483657" r:id="Rb60bbd93c9c34085"/>
    <p:sldLayoutId xmlns:r="http://schemas.openxmlformats.org/officeDocument/2006/relationships" id="2147483658" r:id="R49914c1998d74285"/>
    <p:sldLayoutId xmlns:r="http://schemas.openxmlformats.org/officeDocument/2006/relationships" id="2147483659" r:id="R9cd7c9df74434807"/>
    <p:sldLayoutId xmlns:r="http://schemas.openxmlformats.org/officeDocument/2006/relationships" id="2147483660" r:id="R340e10f8ec52464d"/>
    <p:sldLayoutId xmlns:r="http://schemas.openxmlformats.org/officeDocument/2006/relationships" id="2147483661" r:id="R6636979cb9ca4a9a"/>
    <p:sldLayoutId xmlns:r="http://schemas.openxmlformats.org/officeDocument/2006/relationships" id="2147483662" r:id="R050abe0981ae47f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Wingdings"/>
        <a:buChar char="§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8845d930a46f0" /><Relationship Type="http://schemas.openxmlformats.org/officeDocument/2006/relationships/image" Target="/ppt/media/image3.png" Id="R06bf078fad0f451f" /><Relationship Type="http://schemas.openxmlformats.org/officeDocument/2006/relationships/notesSlide" Target="/ppt/notesSlides/notesSlide1.xml" Id="R2b9ad0c4a87d46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92b2430c584457" /><Relationship Type="http://schemas.openxmlformats.org/officeDocument/2006/relationships/image" Target="/ppt/media/image4.png" Id="Raebb26a712ed469c" /><Relationship Type="http://schemas.openxmlformats.org/officeDocument/2006/relationships/notesSlide" Target="/ppt/notesSlides/notesSlide2.xml" Id="R65b8fe3e22574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ebdf97e1434849" /><Relationship Type="http://schemas.openxmlformats.org/officeDocument/2006/relationships/image" Target="/ppt/media/image5.png" Id="R5f39aeff45194095" /><Relationship Type="http://schemas.openxmlformats.org/officeDocument/2006/relationships/notesSlide" Target="/ppt/notesSlides/notesSlide3.xml" Id="R255b353050e244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35b1bf80844e12" /><Relationship Type="http://schemas.openxmlformats.org/officeDocument/2006/relationships/image" Target="/ppt/media/image6.png" Id="Rb1ccef2d52e14b8c" /><Relationship Type="http://schemas.openxmlformats.org/officeDocument/2006/relationships/notesSlide" Target="/ppt/notesSlides/notesSlide4.xml" Id="R0e431181122e4c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7b3cbba0b452d" /><Relationship Type="http://schemas.openxmlformats.org/officeDocument/2006/relationships/notesSlide" Target="/ppt/notesSlides/notesSlide5.xml" Id="Rf4f69b3b1590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5bb476206b48ad" /><Relationship Type="http://schemas.openxmlformats.org/officeDocument/2006/relationships/notesSlide" Target="/ppt/notesSlides/notesSlide6.xml" Id="R65acacf35caf45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cabb61e1f42d5" /><Relationship Type="http://schemas.openxmlformats.org/officeDocument/2006/relationships/notesSlide" Target="/ppt/notesSlides/notesSlide7.xml" Id="R024691bc054f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5b8b811674997" /><Relationship Type="http://schemas.openxmlformats.org/officeDocument/2006/relationships/notesSlide" Target="/ppt/notesSlides/notesSlide8.xml" Id="Rf563620a9f2346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53A7BA-9886-4077-AD7D-782C4D08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Global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0DBE51-481C-41D6-BFD1-ACE31D5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Build Map 기본 레이스라인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FE43DB-8DAF-4641-A708-135D53E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f078fad0f451f"/>
          <a:srcRect xmlns:a="http://schemas.openxmlformats.org/drawingml/2006/main" l="16761" t="0" r="167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219200"/>
            <a:ext cx="5572125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7E67A-F726-4964-AB37-D2A6CB44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자동 생성된 경로와 포인트별 목표 속도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A0660-5D1D-4CF6-9100-4802285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B68F-8065-4961-A260-2546A3AC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97C9F-2E08-4370-823A-109589D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37402-B853-4755-9D12-5B5B7C7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72DB1-0431-45A1-9367-D1F6AF66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42.7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0D6A5-8DF3-41BA-852D-97A0326A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B13C0-5F74-47E5-99B5-469D0AF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5.30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80E5E-B81D-4D93-BBEA-607C5395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9397F-C5C4-4691-B9A3-F30D084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3.55 – 8.25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E8D46-BC67-4A24-A0DE-B50201C6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84014-5A5F-4EBD-A1D1-F88DD8C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8.51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344A5-C5C7-4FD4-9792-DD9FB723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068F2-5484-46ED-A9E2-F152D85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CDC5E-835C-4D30-9D99-B256B101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24618-9CFA-404F-857F-4FCFC6F1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A8C3E-6E07-4933-BDF0-01366B1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B7EC4-481C-4939-8374-BFC5F97D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my_track0824_realFinal_iqp_max9.00ms_margin0.08m_mu1.40.csv</a:t>
            </a:r>
          </a:p>
        </p:txBody>
      </p:sp>
    </p:spTree>
    <p:extLst>
      <p:ext uri="{BB962C8B-B14F-4D97-AF65-F5344CB8AC3E}">
        <p14:creationId xmlns:p14="http://schemas.microsoft.com/office/powerpoint/2010/main" val="14362990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B1B494-1325-4071-9B5B-6A1BC7AC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CB07D3-C238-4C36-85AE-60EAED8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대회 맵에서 라인과 포인트별 속도를 직접 확인하고 조정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EFFF16-3322-4E49-83B1-1CECC517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b26a712ed469c"/>
          <a:srcRect xmlns:a="http://schemas.openxmlformats.org/drawingml/2006/main" l="0" t="10426" r="0" b="10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62050"/>
            <a:ext cx="111252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61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9BDFB9-D9B7-4767-91F9-60EBA0AA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 최종 레이스라인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BAA139-8DD9-4453-9407-203D006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together.csv · 수동 튜닝된 라인과 포인트별 목표 속도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56E719-BABE-4B09-851F-B3F69DD9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9aeff45194095"/>
          <a:srcRect xmlns:a="http://schemas.openxmlformats.org/drawingml/2006/main" l="16761" t="0" r="167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219200"/>
            <a:ext cx="5572125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6B184-0219-42DF-BB62-F148A794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FB6CD-738B-4DF7-A355-6119B47F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13BEF-F286-4BC9-ADB6-90BDD833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B0FBC-4B76-40C8-A0D2-A4E0487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A1DCD-FB56-41B7-8908-FBD5E53F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79B01-4E3D-4B8B-8F34-65F0633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41.9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4900C-2E53-4CE6-A38E-BF80C294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BA5FA-9516-4902-9F9A-7EEEFEBD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5.79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5B6C6-417B-4FAF-ABB4-3FC17A26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C3BDD-C184-45E0-956D-11AB833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3.86 – 8.74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E69A4-5BD8-4119-9326-928B10AE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7168C-85D0-4266-81DE-34B8C5F1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7.63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E53D4-30A3-4FAC-AAC2-9702BBE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32138-52E7-43F9-B9CF-EC4C3A6E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187A1-92D6-4FE2-B67B-A5AE16D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1513A-AAF9-4058-9007-6E6EBE5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367C4-8BCD-4A54-95CF-90003C96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7F4FC-AE33-4EA2-9FEE-91B5AABB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together.csv</a:t>
            </a:r>
          </a:p>
        </p:txBody>
      </p:sp>
    </p:spTree>
    <p:extLst>
      <p:ext uri="{BB962C8B-B14F-4D97-AF65-F5344CB8AC3E}">
        <p14:creationId xmlns:p14="http://schemas.microsoft.com/office/powerpoint/2010/main" val="5415368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3A7777-7285-4A58-A02F-7DAAF6E6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기본 Build Map vs 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A9E9EA-F5A9-447C-9A53-11BAE75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동일한 대회 맵에서 경로 형상과 계획 성능 비교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54C9C6-F34F-478B-ACB7-58CD4DD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cef2d52e14b8c"/>
          <a:srcRect xmlns:a="http://schemas.openxmlformats.org/drawingml/2006/main" l="16813" t="0" r="16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219200"/>
            <a:ext cx="56197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3F36-09F7-4D97-AD96-5FDDDDAE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라인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4AC7C-422A-4478-A37A-4C892082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18859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0E44-ACED-4DA2-8284-7E060B1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43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Map 기본 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7C0F4-B3F2-45F9-BB8F-276933E0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42.7 m · 8.51 s · 평균 5.30 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DAEF6-BE5F-4CB4-9BAC-C9D7CCF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25527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4B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5215-4B26-47AB-8E2D-2F99631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Raceline Tuner 라인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CA118-4EE7-4E81-81A3-9B4EB74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41.9 m · 7.63 s · 평균 5.79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6020B-AF8A-4037-99F1-B43C2A6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FE168-6690-4446-986F-F72E57C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0E0A4-C0D3-4BF8-A3B6-97DCEAE2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30553-6097-4D53-BB48-12CE5932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−0.88 s  (−10.3%)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0462E-AFC2-48BB-BA23-9F4CC32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목표 속도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01496-577C-44E0-A80F-321CB283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+0.49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20C07-751E-458D-B254-5078F53D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주행 경로 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D4AD9-649A-43A6-A289-BB8E5433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−0.8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8A72-CFAC-43C6-8764-C491FEE4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겹치는 구간은 빨간 튜너 라인 아래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10325455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7DAC2C-2450-438A-964A-DC5CE90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Local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BA9EA6-F5DF-473C-9391-69E7B7E6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3-Tier 장애물 회피 로직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0BEE58-C2D9-4E9F-874E-7B1F2DC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383F7-6790-48B4-A71B-8FA6826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58B50-1A86-4CF1-9FDE-75A749B0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ObstacleArray + Frenet odom + Global waypoints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19B4E-B367-44D8-9679-83B4FD1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71950" y="1524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6CFCB-729A-4CC7-A2CF-899FEA1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12 m 필터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25DCE-611B-42D0-8725-391306B0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0" y="1524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843FB-CCC3-49A5-B3B9-3B69BAAD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811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정적 / 동적 분류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7B4E5-DB4D-46D6-B0D9-0A59D9C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8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정적 장애물은 Tier 1 → 2 →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A8C75-8264-412E-A6A0-B269EB78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동적 상대차는 종방향 Following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41543-19E5-4231-8AB2-798FE793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B445B-BC94-4373-9B06-22471A6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387D1-8621-4B2E-ACE7-674CBF3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Straight Offset 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0834C-33B4-4747-95AF-56F21D5E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가장 예측 가능한 직선형 회피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CDD48-A09F-4D95-91AA-9D4F3C8D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9C6CC-A638-44AC-AE5D-33A20E09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335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C80F0-567E-4014-97D2-F46EEEC7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432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3D265-975F-405F-93FF-08D16838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D7AA4-C782-4C3A-8F39-86F88C02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63152-4C08-435A-8320-471011A6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E26F3-2419-4FF8-91A2-B3792717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6E5B9-2AA3-4897-9C38-3D4A0FC3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FEC45-ED63-4736-8703-A25F7A46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50081-661C-4ECE-AA26-498C444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C6795-F3B7-48AD-995D-6C01C6E3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1AC43-D149-458C-ACC2-DD264812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8A179-4FCC-4ED8-88C1-7B5EBD41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4000500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13673-C122-4B0B-8F31-4D63A2DB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36099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697BE-119E-46DD-BD90-1C413D6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28825" y="3429000"/>
            <a:ext cx="20955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473E6A-B4CC-4090-B3F0-D9FB57C0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8E221-59BF-40CD-AFF5-03A17A04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횡이동으로 속도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849E5-E322-4F2E-BEBF-6F45430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AD7085-E4AA-4EAF-B657-FB00E373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좌우 선택과 경로 고정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5D7DD-E4D4-4A6A-B496-C68C1AF3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76671D-B893-496B-92B5-9085D9F7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hold로 통과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6C0963-96C5-4474-BCCE-FA145F4C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5825CB-C1D7-47F1-8AB6-B182965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875EC2-82D6-4F63-A6D6-03CAC440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Free-form Spline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AEE21B-7B34-4D9A-B5F5-A8C7D83E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1이 맞지 않을 때 곡선 재생성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28F6D-173B-4F0A-A184-0C8082F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2AB7F2-337F-4A19-8345-FEE4CF3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5054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E782AA-B0FD-4702-B226-AA83722A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6E1E21-6BC2-40E5-BE0A-7DB26AEA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CEDA35-B551-45EC-93BF-95C04CAC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09F109-DBD8-4593-8DC4-0954981F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0FF327-DC88-41A9-86B1-1BA9D06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2C1635-A913-4E6C-AB14-FE963BB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832378-B8B2-4EE1-907F-E3DBF43F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F0D812-4895-48A8-A305-7974FDE3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BA574B-78EB-476C-812C-45374756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F708E7-27D7-4A14-ABB0-BB92270E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CFFC83-BCD9-4A47-9106-96DF929B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10275" y="4029075"/>
            <a:ext cx="2667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CD8FF3-9B0C-46C5-89DB-EA155D49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76975" y="3733800"/>
            <a:ext cx="1428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130339-8EE0-4F07-8001-E34BF8A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296025" y="3457575"/>
            <a:ext cx="1238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71FCB7-5207-49E4-AA79-96754AF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68253E-03CD-478C-A12D-440BB94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위치에서 즉시 다시 시작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9F4979-4A7E-4CC9-9C94-6DD92A65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E04B25-999B-41E9-9A62-7527372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선택한 한쪽에 절점 배치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86D4BB-DAE6-4BA2-8108-20FCA62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F4EDB9-3878-4DC7-898F-6C654C06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벽·차체·시간 충돌검사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748EA6-DBEE-4D02-A834-372D11B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F81919-6789-4FB5-BA4D-933F5946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64A4C8-FF04-48C5-AA97-A70C3C83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Emergency Escape Arc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8924A0-DB7E-4F08-9B66-AAB84621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복귀보다 충돌 회피가 우선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135590-8A7D-4F91-8C32-A024F3A2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80D7CC-BD6F-4497-B4B2-9F63455A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2773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BAF1B4-D49D-409F-A73A-35F1EDD4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2870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22DDF0-0B29-4F70-98DB-E52E5CFF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9F3975-F791-4193-8838-12C7765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48DF91-D4B3-43C7-BF33-E587EFAD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5EB889-7058-490E-A862-E1DC399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107EBF-607E-4D8E-B2A0-53A0D8A6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8C96F4-8894-4FBF-92C8-1C64945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B2B57B-8330-461D-ACBB-5D3A326F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8DE0AD-29DF-4A39-A4F8-2F5086D3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0F6610-6D42-4951-81B4-8B309E6D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74FF6B-E1DA-475F-9903-8B803BFE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82175" y="3971925"/>
            <a:ext cx="1238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C8212B-2A73-4BD3-9BD2-90B08C29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06000" y="3714750"/>
            <a:ext cx="2381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77EAEF-E714-48D1-9E66-1782355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44125" y="3381375"/>
            <a:ext cx="1143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1EB96F-7323-4A36-8C2B-B2AB7D15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F0856A-FA9F-4791-938D-148423D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C4945D-96D3-443E-B6B2-5943D0A3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D0912A-2B3F-49A2-AC77-96462011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차량 한계 안의 최대 안전곡률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6BFFF4A-303F-42B7-9F22-08211226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CE4748-6DC5-4481-B383-44A469A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불가능하면 감속·제동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E1AB25-4D4C-4283-AA72-2E8A3A2E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1AC411-2A98-47CD-AF21-635F715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공통 안전 게이트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D84034-64E7-456C-8C0D-05A9716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817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 크기 + 인지 위치 오차 여유 + 트랙 경계 + 조향 한계 + 경로 도착시각 충돌검사</a:t>
            </a:r>
          </a:p>
        </p:txBody>
      </p:sp>
    </p:spTree>
    <p:extLst>
      <p:ext uri="{BB962C8B-B14F-4D97-AF65-F5344CB8AC3E}">
        <p14:creationId xmlns:p14="http://schemas.microsoft.com/office/powerpoint/2010/main" val="1633250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853D22-8DFE-4E8C-B644-768C48D5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1 · 직선형 Offset Lane 회피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ADBDB4-7CD5-4306-9454-7F9FF5A2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곡선 경로를 새로 최적화하지 않고 정해진 평행 레인으로 이동·유지·복귀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76CD9D-2FEB-42E7-A2FA-78BFA33D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22CAF-29EC-4908-8B6A-BB475BB3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334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82420-93B0-4793-9A30-77E0F8AF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횡이동의 직선형 회피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0D207-CE5D-4DCD-A902-07EE03B0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필요한 만큼만 옆으로 이동해 직진성과 속도를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996D7-8F6D-4F57-B488-2EFEC898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861F7-7D7D-4CFF-B5CB-BCCE2ACC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4310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4523F-C202-4BB9-ADFA-3AC7AC8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21005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30FE4-7DCF-4787-8497-C39A19EC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209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4BE26-8F7F-4F57-93D7-72F66D4B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533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EBFF6-C2FA-4F63-BE85-D8E49AC7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857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A0D92-5386-4663-B3A4-E1E1E1D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181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53557-D795-4D55-A05B-DFF87672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5052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4B8D6-D9D9-4063-B2DB-EEF6E2B4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829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D7C18-E4FD-418C-B916-90095CA6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CE4B4-6342-4E14-B514-2FE5F91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4767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F6D8C-2D1E-486A-BD2F-9381D74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480AF-DA67-4DDB-B631-29DF9C5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66B52-D5BE-4AC4-BA42-28B2C87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815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47545-64D7-4CEA-B881-A2574FA7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99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952BA-3A79-4C02-8852-C9913B94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416DF-DB2A-4EFC-A273-AC6E3812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B23C8-98CA-4B8C-85BB-F1BBBAFB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E632A-08FB-4E04-95EF-6E89635C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37428-96AF-4955-ACCA-68BD070F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9772C-3509-461F-B289-877BC309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4000500"/>
            <a:ext cx="3619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AB98A-D1C1-4271-9187-1CF828D3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95625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5CD16-0645-4CB3-BB90-BEC5C76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24765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32EFE5-28DD-43E9-95AD-6C447252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14625" y="2190750"/>
            <a:ext cx="3619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CA572-558F-46DA-9DE6-AA9734C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0037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948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E92DF-3A3D-4D66-A763-6CB8E6E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짧은 진입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31FF3-0449-499B-80AA-49177F55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직선 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0D56A-946C-4B1B-A4B1-4091FA50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완만한 복귀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6DFF2B-DAAD-420B-AE84-DEE9E6BE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핵심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965CB-48DD-4EED-95F7-6FADDD41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횡이동을 작게 유지해 회피 중 직진성과 속도 손실을 줄임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31359-EED0-4086-BE78-52C99AD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d_hold로 묶어 중간 복귀 없이 통과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E20F5B-D995-47C2-90C5-1291E96C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진입·복귀 가능성도 비슷하면 조향 연속성을 우선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12BCA6-4DC2-4F00-9991-2A5046A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00150"/>
            <a:ext cx="5524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68C9AE-D3F7-4159-96DE-3290029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7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좌·우 선택과 판단 고정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B21278-FBD0-4F56-A782-D9246B6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792877-1EDA-4C75-9D52-61603605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407085-AFB4-4D02-984C-B4A21374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050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먼저 통과 가능한가?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6FDE34-0FBB-4342-8324-D52DF1A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193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벽 여유와 장애물 간격을 비교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165DE8-16F4-4304-9064-97E7730E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0F7123-4150-4426-A322-0D5F0209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7DF062-3A5A-4733-A494-C51B334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CF7AFE-0C1A-4724-B27F-11D28366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860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둘 다 가능하면 작은 이동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34B2A7-5244-44D3-98BB-747FAF2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레이스라인에서 덜 벗어나는 d_apex 방향 선택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BF40D7-7332-4ECA-B925-E33721E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227E4F-4842-4EFE-98A1-EF7E7E2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34E2F9-8B32-401B-9E60-E402A05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DF63ED-F272-418F-A124-B954E76B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판단이 비슷하면 방향 유지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D1E802-02B3-4BBF-AE21-3361580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814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반대쪽 최악 여유가 0.10 m 이상 좋을 때만 전환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DE6132-9CB4-43BE-819C-9784B5E3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B32C82-26D9-48C0-95E0-E941C7B6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4628F6-58CD-4383-889D-A50B064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4D1B32-4E72-4EE7-87EC-918A259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48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회피라인을 Geometry Commit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F44E37-A316-4DC8-87EE-6F1D0045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안정 관측 7회 뒤 경로를 고정하고 속도만 갱신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548439-1899-463B-A34B-FAE75D7C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5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8F7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250201-C9B1-42F7-9FDE-A75EA7D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센서가 흔들려도 선택한 직선 회피라인을 끝까지 추종</a:t>
            </a:r>
          </a:p>
        </p:txBody>
      </p:sp>
    </p:spTree>
    <p:extLst>
      <p:ext uri="{BB962C8B-B14F-4D97-AF65-F5344CB8AC3E}">
        <p14:creationId xmlns:p14="http://schemas.microsoft.com/office/powerpoint/2010/main" val="11056415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F9BBA2-9C25-43A2-BC29-225B4565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A0783A-D1BF-4E4C-AA9E-2242BF40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이미 장애물과 가까워진 상태에서 빠르게 새로운 회피라인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B665AA-79C7-44CB-B547-A19F5A9A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88A06-409B-4C42-A482-D06E551B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BD56D-57A2-4B27-9AE8-FF9CA0E6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D62A0-A7A9-4936-AC22-45F6D37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12 m 안 장애물 인지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F143D-DDEC-4124-8B9A-019A0C40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후보만 회피 대상으로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2349D-24B0-40DD-B0FC-A1F9A2D0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D1BEF-7105-4B1D-AB76-18AB383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060CE-DEEA-41A8-A87A-BEE4BB8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F47D3-5F5F-4B57-B65B-1511049C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1F335-EF77-4044-84E2-6CA446D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908C2-8286-4540-A7AF-00A3825F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1F8C4-1F0B-479F-987A-BA597C85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146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B65CF-C58F-4221-81A6-600EA725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347FD-4E57-48D7-8ECE-862EEA07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C5E86-0C81-4077-8A9B-B37655FD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DFDAC-82D0-464F-8A08-B2628DCD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79E51-AB46-4B1E-BC48-69A47F3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38500" y="2362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BD1E5-FA35-416E-823B-8A618F1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거리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B3C09-B8D5-48DF-9C30-A1C90A29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E252F-CDFB-43C5-A797-6F56CF0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F6F06-16D1-41E4-A1A4-61B7F78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 직선 레인 먼저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8F2E1-5CEF-4E26-A8F4-3246F394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일정 d_hold 후보를 모두 안전검사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541C4-602B-4604-875C-EE98F387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D4D391-7CD0-4A1A-920B-60AEC044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F3ED8-6219-484D-9953-1D5D9CD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198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41A28-C5DF-494D-81CE-77175156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1470C-0A73-4775-A5FC-988EE541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F52963-7E46-4E53-926A-E5ACEF7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BDECB-D30C-4F14-B181-56C21D4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C83F4-7333-4A84-82B0-D08DC10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3F7C5-93C8-43E8-BD03-9012EFF2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5277F1-D46B-45B0-83EA-4EBB5318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388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C5381-BEF1-414E-B637-1CF6C4E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72150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70423-825E-4E76-92FA-55189D5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8FE8FE-9FBF-41D1-B404-F6ADEE78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CED53B-28E6-49CA-902B-2EE248AC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7B8677-7DE5-42E8-AB4E-F465644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2371F2-F28D-4F35-9476-1635749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차량 위치에서 다시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3D8FCC-2D05-4E1D-B61D-E5290C84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지나간 절점은 버리고 현재 s,d를 첫 점으로 삽입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534A1-E41F-4915-BB7B-222C235C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5F7DEB-0B8C-41A8-BFC8-1647E28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BA8F67-FB7A-47EC-8B75-3A6FF910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BFE57B-F55E-4E6F-97D6-5FE1AE21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BFBFF1-D99E-4097-9AF9-9EE398D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22F8FD-3F91-48DD-B9FB-2C819C25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105900" y="271462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06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0336DC-4F0F-4C25-BAA5-A760529B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324975" y="3048000"/>
            <a:ext cx="1076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64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97E7BD-3D9B-4FA9-B51A-8ACED733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남은 진입 거리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432A9F-3A95-4FF7-8182-6BAFD389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53DFD5-0216-4DFB-B93C-3A791AC7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9C8429-6EF7-452B-B8BF-09E346A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왼쪽 또는 오른쪽 한쪽 선택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DE0A05-D22A-4045-B868-5A19554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두 점은 서로 다른 쪽이 아니라 같은 선택 측에 배치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3BBF39-A661-4F2F-B5D8-D6BE2D34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95825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476628-2796-4BAD-AF59-B153837C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FB6E46-CFAE-4580-9C77-3C05F6CD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943797-F724-42C0-A8E5-B8C6EDD0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810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F65D88-251A-4853-A73C-5000DC47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1339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B0FC2E-ABEB-4110-957A-B30BCA03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4578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83DB30-494C-49B2-A960-A6B46BC2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86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5F25E1-64A1-45D0-9AF7-8719DD94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82DFC-2F7A-443A-8B40-0FA7BBC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86253A-8356-474A-806D-0E6B0409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B4A74A-84E4-4BEA-95E2-B0CC6D3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065ED4-CE0A-48C4-BAD2-090C9C4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339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같은 쪽 apex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01C51C-2D05-4465-B6F0-7C9EB3F8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6A6173-A8BA-4F86-ACA4-39EE91FF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D87783-0259-4389-94BE-C1CBC1E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남은 거리에 맞춰 곡선 생성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D9D8B3-F0DD-487B-870E-5650B5B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앞 3점 + apex 2점 + 뒤 3점을 자연스럽게 연결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E37311-5619-4F54-86D1-DD41DE8A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81525" y="5286375"/>
            <a:ext cx="523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E37B5E-69D1-4C8F-AEAB-81E73389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05400" y="4953000"/>
            <a:ext cx="5238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8FFC37-5810-42BD-B6F6-683CE1B3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29275" y="4600575"/>
            <a:ext cx="4286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95DCD3-C405-4BFE-A3BD-8C1FEEEA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57900" y="46005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F0C588-6A2A-40A9-BA70-1300F32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4600575"/>
            <a:ext cx="44767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7359FC-3661-427A-BBF7-60859C5B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962775" y="4953000"/>
            <a:ext cx="4286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B91912-DCF0-49E0-9D06-7608604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3FECF4-6FBD-4864-8E55-6CF93451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48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C7E7A4-D6B5-423B-B349-E49E5F8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7A8CE5-E74C-44A9-97D3-BD9E98AC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AEA82A-526E-4A60-9658-25C7F75C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77C1DF-8B23-438A-81F0-2730F73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566BD3-CAAF-429E-9820-BE90F1B4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E6F3D0-6A01-480F-85A3-3670057E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77287C-0CA6-4450-AEDF-2091EC5D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966122-1594-4F75-A711-7E4D8B8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 검증 후 채택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6C0D277-BED9-4B7C-87C7-EAFA6B00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벽·차체·도착시간·조향 한계를 모두 통과할 때 발행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F7C404-A3EA-4985-B305-6FFE0A3D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085E403-BA8B-4EFE-B996-3CB20D4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벽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C4D9DC-925E-4F72-B895-55386AB4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058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D59AAE6-B262-43F2-8662-D77E717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B66DE0-7555-46B4-8CB1-3D25149E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차체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90D540-3E09-4E03-8AC7-3B97B8F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44880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59C785-4E22-4390-BA44-22A8533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3BE149-CF86-4E1D-925F-843B591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시간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EFB8F7-FCA1-4E09-9F87-57B0AD4D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1917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23985F-1B0D-42DF-87C9-FE4FA598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0B8DAC-1904-450E-8AAD-E10FA95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조향</a:t>
            </a:r>
          </a:p>
        </p:txBody>
      </p:sp>
    </p:spTree>
    <p:extLst>
      <p:ext uri="{BB962C8B-B14F-4D97-AF65-F5344CB8AC3E}">
        <p14:creationId xmlns:p14="http://schemas.microsoft.com/office/powerpoint/2010/main" val="10537252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3B434D-13C9-4798-A2C2-DD954A78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12C09F-4C85-4B81-B04F-C81F119D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사고 직전 운전자가 큰 조향으로 충돌을 피하는 행동에서 착안한 마지막 긴급 회피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AEE685-CB2E-4C1D-B06B-6891C645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FE032-6DA1-47CB-9871-081AA851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5715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F4270-CA71-48CD-87C3-7D140EE2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복귀보다 장애물을 벗어나는 것이 먼저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A84ED-9746-4025-BE51-EF62B4D8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1·2가 요구하는 왕복 횡이동 거리가 부족할 때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5D4D3-2FE5-42D3-93B2-C5211437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1·2 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7BD83-8B52-49A9-87A4-F71AA6F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 긴급 이탈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C098B-4CA4-4E16-BFB3-F8B76AB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FD0AA-8A21-40AB-803A-6C3A20C0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192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38938-C0A0-40DB-88DE-FFA37FAB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9146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9A616-68BB-46E3-B370-25F03398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10200-47E7-4D9D-A382-CBA6A522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62A38-2EDB-4B35-8EF7-86806021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61047-73E1-4018-9DE2-8390211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46349-76D7-4497-A2D3-E91C2A6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B36D2-E802-4291-9201-AEB6C69C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4D93A-B7B2-415E-9275-D448B4E1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1761D-BA10-45C4-880B-8EE419EF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6C935-91D8-4C24-93EE-CE6C6245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E1E63-118D-44AE-9151-6DD4AC37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7528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4B42B-7E61-4C49-90F0-66ADF928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93A34-3006-4FC0-B5F2-105F0F4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71F5A-1243-41C5-A50B-99F170E4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C5D31-F400-44A5-BA9B-64DA5CB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E1C9D-CB92-423E-9B4B-83EE2EA2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B5FB0-6A5E-430E-B89F-94DD58C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90748-B272-44F8-8590-5DAE292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37AC6F-4121-4BB2-A2AB-C74C6215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A544F-9843-4DCC-8313-44462C51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8F852D-E129-439B-994B-4F588FD4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BF60EB-13B7-495E-83B1-125856F8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664FF-B735-421B-BA6F-04FF572B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5FF4FF-8363-407F-A65A-88806A4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973250-760C-4B8B-8585-7F3EE48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1D6A0-59E9-491B-961A-E1C64F32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6692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70475F-0B8A-451C-8CB7-B05C300D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95500" y="3714750"/>
            <a:ext cx="2667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D586F3-92B1-4605-804F-8056CAD5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62200" y="3476625"/>
            <a:ext cx="190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D5F408-F1E2-4918-889E-9359A0C4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09800" y="3200400"/>
            <a:ext cx="1714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FC500E-7E10-475F-AAE7-5B8CAC9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952750"/>
            <a:ext cx="14287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5E61DD-4303-4826-BA1F-6E9381A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38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2F27E0-C122-4682-91C6-8EFE8A4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91853A-F190-4E0C-B9B8-01776ED5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7C485B-154E-4989-9E13-7FBE0BA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7D46EF-AF04-4B4E-9C21-15569BA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17288C-CF3D-4859-BCAF-E2112F0E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26E8CB-50D9-4E51-9E99-4F63B66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F74909-EE2C-403F-8E0A-0FADAE5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B080EC-1E88-4D69-AC73-4A057B9F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0057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2B8FC1-083A-447A-B629-8BC9461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29150" y="3781425"/>
            <a:ext cx="17145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76D11C-B068-4B60-8955-356710DD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00600" y="3552825"/>
            <a:ext cx="2476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E26096-AECD-4837-8840-B9F81822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48250" y="3286125"/>
            <a:ext cx="1714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747BDF-52CF-4517-8F26-D191145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19700" y="2952750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54DD73-9EA6-49E7-B98B-818356B1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1B7C12-76D6-46EB-8049-D3AA8FA2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D8B2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0C769A-F1C3-4FBB-B6CA-9F406200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피했다가 돌아올 거리까지 필요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C31992-0D91-4BF6-98D0-A810470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복귀를 미루고 한쪽으로 먼저 이탈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014110-E22D-4CEF-9CAB-A8722E6E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아이디어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482E47-BD42-4B85-8574-83DECBE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충돌 직전에는 완벽한 차선 변경보다 즉시 장애물을 벗어나는 큰 조향이 우선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A8ECB3-9009-4621-B32E-FAB3B98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19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명령은 무조건 최대 조향이 아니라 차량이 버틸 수 있는 범위로 제한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929CA8-859D-4374-8BCE-A4B3F94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19200"/>
            <a:ext cx="514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FF5AF5-CF54-4E38-9D99-8705D05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간단한 작동 순서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9A809C-F5C6-4923-B301-CCCB2A05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EF54C9-5923-4F36-ADAD-A3D8236E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B58D6C-E7E4-4FB1-942F-BD518755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431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1·2 모두 거리 부족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169296-41AB-4451-9184-21134BE6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일반적인 진입·유지·복귀 경로가 조향 기하 한계로 실패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42E03E-E8BB-4B2B-ABC4-5F4FBEFA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C9ECF8-1DD5-402F-9AB3-468EE54D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B1DAD9-AB05-42A1-90F3-C4DE1A5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B65DFC-A09A-4F95-A20A-2C0DD22A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337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긴급 회피가 맞는 상황인지 확인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ECB280-3DBD-4FD5-B5D0-B147BE55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480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장애물, 실제 통과폭, 복귀 공간을 검사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86BAA3-27F9-481D-AA07-676A6B4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613AE5-8785-4318-B7CA-FA461AB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A2F90D-9A16-4E3B-9160-F6751DBB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A5CCE7-8737-47B4-BAA3-1A6E7CF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243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0F7A99-68BF-458E-8F7B-B525D5B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386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조향 한계와 횡그립 중 작은 값으로 최대 안전곡률 결정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71BFE7-B113-4A38-B1B8-4D710E95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2C29E6-A646-41D2-9928-DE3AF33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DAC355-CAAF-4C16-BC67-A296F05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B51BA1-9485-4DEA-8EB8-F3F3F8DA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149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경로를 다시 안전검사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E8D97D-C73A-47BE-81BB-26CD9F78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292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차체·인지오차·벽·다른 장애물과 충돌하지 않을 때만 발행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B0B809-F8FE-4108-90D9-FB3B0A6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29275"/>
            <a:ext cx="447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043D08-CCEE-4C58-82F2-3FC5E008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483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3까지 불가능하면 감속·제동으로 전환</a:t>
            </a:r>
          </a:p>
        </p:txBody>
      </p:sp>
    </p:spTree>
    <p:extLst>
      <p:ext uri="{BB962C8B-B14F-4D97-AF65-F5344CB8AC3E}">
        <p14:creationId xmlns:p14="http://schemas.microsoft.com/office/powerpoint/2010/main" val="1288147047"/>
      </p:ext>
    </p:extLst>
  </p:cSld>
</p:sld>
</file>

<file path=ppt/theme/theme1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2026-09-12T10:07:25.2210000Z</dcterms:created>
  <dcterms:modified xsi:type="dcterms:W3CDTF">2026-09-12T10:07:25.2210000Z</dcterms:modified>
</coreProperties>
</file>